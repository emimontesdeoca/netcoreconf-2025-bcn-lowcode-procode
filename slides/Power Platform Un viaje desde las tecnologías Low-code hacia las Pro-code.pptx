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8" r:id="rId2"/>
    <p:sldId id="257" r:id="rId3"/>
    <p:sldId id="2147482248" r:id="rId4"/>
    <p:sldId id="2147482247" r:id="rId5"/>
    <p:sldId id="2147482246" r:id="rId6"/>
    <p:sldId id="260" r:id="rId7"/>
    <p:sldId id="2147482242" r:id="rId8"/>
    <p:sldId id="2147482249" r:id="rId9"/>
    <p:sldId id="266" r:id="rId10"/>
    <p:sldId id="265" r:id="rId11"/>
  </p:sldIdLst>
  <p:sldSz cx="18288000" cy="10287000"/>
  <p:notesSz cx="6858000" cy="9144000"/>
  <p:embeddedFontLst>
    <p:embeddedFont>
      <p:font typeface="IBM Plex Sans Condensed Bold" panose="020B0806050203000203" pitchFamily="34" charset="0"/>
      <p:regular r:id="rId13"/>
      <p:bold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Poppins Bold" panose="00000800000000000000" pitchFamily="2" charset="0"/>
      <p:regular r:id="rId19"/>
      <p:bold r:id="rId20"/>
    </p:embeddedFont>
    <p:embeddedFont>
      <p:font typeface="Segoe UI" panose="020B0502040204020203" pitchFamily="34" charset="0"/>
      <p:regular r:id="rId21"/>
      <p:bold r:id="rId22"/>
      <p:italic r:id="rId23"/>
      <p:boldItalic r:id="rId24"/>
    </p:embeddedFont>
    <p:embeddedFont>
      <p:font typeface="Segoe UI Light" panose="020B0502040204020203" pitchFamily="34" charset="0"/>
      <p:regular r:id="rId25"/>
      <p:italic r:id="rId26"/>
    </p:embeddedFont>
    <p:embeddedFont>
      <p:font typeface="Segoe UI Semibold" panose="020B0702040204020203" pitchFamily="34" charset="0"/>
      <p:bold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sin título" id="{9198EAA9-6730-4456-AC93-3B44267D17B1}">
          <p14:sldIdLst>
            <p14:sldId id="258"/>
            <p14:sldId id="257"/>
            <p14:sldId id="2147482248"/>
            <p14:sldId id="2147482247"/>
            <p14:sldId id="2147482246"/>
            <p14:sldId id="260"/>
            <p14:sldId id="2147482242"/>
            <p14:sldId id="2147482249"/>
            <p14:sldId id="266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10E90D-E764-4A05-8721-02E06F9012A7}" v="66" dt="2025-04-08T23:01:55.310"/>
    <p1510:client id="{4CD48631-7EDF-49F8-97E5-153498FA8B3A}" v="91" dt="2025-04-10T11:56:49.1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C87BE-E7C0-4D6F-B35B-EE0D1251A90D}" type="datetimeFigureOut">
              <a:rPr lang="es-ES" smtClean="0"/>
              <a:t>10/04/2025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41B2F-F270-4B68-B28B-203EC40E91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0542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4AC54-DA48-0C32-EE3F-E273950DD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6686E5-181D-6E28-8A6A-E02D777902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F1ABDB-16F6-8BBA-D4F0-0E55AFECA6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9CD91-396E-E249-4B88-A10E0EEE3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84B5FA-D367-6F43-8245-1FDAEEC1F7BB}" type="slidenum">
              <a:rPr kumimoji="0" lang="en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5462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F73AC-2090-5C52-ADDE-516688832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5A0FE-D952-8C5F-F5B2-672F9569EA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C0F22F-64C6-223A-C7FB-5D59D0942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C5477-CE56-0535-9B4F-AC9C5104CB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84B5FA-D367-6F43-8245-1FDAEEC1F7BB}" type="slidenum">
              <a:rPr kumimoji="0" lang="en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7535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BF9894-B125-44FA-8C0E-372D6E49F6B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8097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sv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9">
            <a:extLst>
              <a:ext uri="{FF2B5EF4-FFF2-40B4-BE49-F238E27FC236}">
                <a16:creationId xmlns:a16="http://schemas.microsoft.com/office/drawing/2014/main" id="{52055A26-9F15-2136-A9E6-C77E5551D5BF}"/>
              </a:ext>
            </a:extLst>
          </p:cNvPr>
          <p:cNvGrpSpPr/>
          <p:nvPr userDrawn="1"/>
        </p:nvGrpSpPr>
        <p:grpSpPr>
          <a:xfrm>
            <a:off x="533400" y="-3014276"/>
            <a:ext cx="9114554" cy="14791551"/>
            <a:chOff x="0" y="0"/>
            <a:chExt cx="3912870" cy="6350000"/>
          </a:xfrm>
        </p:grpSpPr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90315018-1C78-41CA-49AA-F77B9D241FF7}"/>
                </a:ext>
              </a:extLst>
            </p:cNvPr>
            <p:cNvSpPr/>
            <p:nvPr/>
          </p:nvSpPr>
          <p:spPr>
            <a:xfrm>
              <a:off x="0" y="0"/>
              <a:ext cx="3912870" cy="6419850"/>
            </a:xfrm>
            <a:custGeom>
              <a:avLst/>
              <a:gdLst/>
              <a:ahLst/>
              <a:cxnLst/>
              <a:rect l="l" t="t" r="r" b="b"/>
              <a:pathLst>
                <a:path w="3912870" h="6419850">
                  <a:moveTo>
                    <a:pt x="2343150" y="797560"/>
                  </a:moveTo>
                  <a:lnTo>
                    <a:pt x="3912870" y="156210"/>
                  </a:lnTo>
                  <a:lnTo>
                    <a:pt x="3912870" y="1327150"/>
                  </a:lnTo>
                  <a:lnTo>
                    <a:pt x="2627630" y="2366010"/>
                  </a:lnTo>
                  <a:lnTo>
                    <a:pt x="3912870" y="1991360"/>
                  </a:lnTo>
                  <a:lnTo>
                    <a:pt x="3912870" y="3162300"/>
                  </a:lnTo>
                  <a:lnTo>
                    <a:pt x="1640840" y="4832350"/>
                  </a:lnTo>
                  <a:cubicBezTo>
                    <a:pt x="2366010" y="4615180"/>
                    <a:pt x="3065780" y="4183380"/>
                    <a:pt x="3740150" y="3520440"/>
                  </a:cubicBezTo>
                  <a:lnTo>
                    <a:pt x="3740150" y="4874260"/>
                  </a:lnTo>
                  <a:cubicBezTo>
                    <a:pt x="2578100" y="5966460"/>
                    <a:pt x="1375410" y="6419850"/>
                    <a:pt x="139700" y="6341110"/>
                  </a:cubicBezTo>
                  <a:lnTo>
                    <a:pt x="139700" y="4765040"/>
                  </a:lnTo>
                  <a:lnTo>
                    <a:pt x="1276350" y="3929380"/>
                  </a:lnTo>
                  <a:lnTo>
                    <a:pt x="363220" y="4194810"/>
                  </a:lnTo>
                  <a:lnTo>
                    <a:pt x="363220" y="3023870"/>
                  </a:lnTo>
                  <a:lnTo>
                    <a:pt x="980440" y="2524760"/>
                  </a:lnTo>
                  <a:lnTo>
                    <a:pt x="34290" y="2912110"/>
                  </a:lnTo>
                  <a:lnTo>
                    <a:pt x="34290" y="1741170"/>
                  </a:lnTo>
                  <a:lnTo>
                    <a:pt x="595630" y="1356360"/>
                  </a:lnTo>
                  <a:cubicBezTo>
                    <a:pt x="393700" y="1343660"/>
                    <a:pt x="194310" y="1309370"/>
                    <a:pt x="0" y="1256030"/>
                  </a:cubicBezTo>
                  <a:lnTo>
                    <a:pt x="0" y="414020"/>
                  </a:lnTo>
                  <a:cubicBezTo>
                    <a:pt x="825500" y="652780"/>
                    <a:pt x="1609090" y="534670"/>
                    <a:pt x="2343150" y="0"/>
                  </a:cubicBezTo>
                  <a:lnTo>
                    <a:pt x="2343150" y="797560"/>
                  </a:lnTo>
                  <a:close/>
                </a:path>
              </a:pathLst>
            </a:custGeom>
            <a:blipFill>
              <a:blip r:embed="rId2"/>
              <a:stretch>
                <a:fillRect l="-21258" r="-41021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19F6B0-2EB9-5FB3-02A2-D8E957D2E0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125200" y="3390900"/>
            <a:ext cx="6324600" cy="3352800"/>
          </a:xfrm>
        </p:spPr>
        <p:txBody>
          <a:bodyPr>
            <a:normAutofit/>
          </a:bodyPr>
          <a:lstStyle>
            <a:lvl1pPr marL="0" indent="0" algn="r">
              <a:buNone/>
              <a:defRPr sz="6000" b="1">
                <a:solidFill>
                  <a:schemeClr val="bg1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s-ES"/>
              <a:t>INSERTA AQUÍ EL TÍTULO DE TU CHARLA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E0F18BC3-B6A4-B4F5-157D-4786D0B71F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125200" y="7429500"/>
            <a:ext cx="6324600" cy="1752600"/>
          </a:xfrm>
        </p:spPr>
        <p:txBody>
          <a:bodyPr>
            <a:normAutofit/>
          </a:bodyPr>
          <a:lstStyle>
            <a:lvl1pPr marL="0" indent="0" algn="r">
              <a:buNone/>
              <a:defRPr sz="3200" b="1">
                <a:solidFill>
                  <a:schemeClr val="bg1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s-ES"/>
              <a:t>Y aquí tu nombre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o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2">
            <a:extLst>
              <a:ext uri="{FF2B5EF4-FFF2-40B4-BE49-F238E27FC236}">
                <a16:creationId xmlns:a16="http://schemas.microsoft.com/office/drawing/2014/main" id="{6B91B722-C120-4AFF-D40E-D1FD48B94338}"/>
              </a:ext>
            </a:extLst>
          </p:cNvPr>
          <p:cNvSpPr>
            <a:spLocks noChangeAspect="1"/>
          </p:cNvSpPr>
          <p:nvPr/>
        </p:nvSpPr>
        <p:spPr>
          <a:xfrm>
            <a:off x="615038" y="3775590"/>
            <a:ext cx="4289327" cy="1008000"/>
          </a:xfrm>
          <a:custGeom>
            <a:avLst/>
            <a:gdLst/>
            <a:ahLst/>
            <a:cxnLst/>
            <a:rect l="l" t="t" r="r" b="b"/>
            <a:pathLst>
              <a:path w="6418807" h="1599353">
                <a:moveTo>
                  <a:pt x="0" y="0"/>
                </a:moveTo>
                <a:lnTo>
                  <a:pt x="6418807" y="0"/>
                </a:lnTo>
                <a:lnTo>
                  <a:pt x="6418807" y="1599353"/>
                </a:lnTo>
                <a:lnTo>
                  <a:pt x="0" y="1599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Freeform 13">
            <a:extLst>
              <a:ext uri="{FF2B5EF4-FFF2-40B4-BE49-F238E27FC236}">
                <a16:creationId xmlns:a16="http://schemas.microsoft.com/office/drawing/2014/main" id="{3DE39797-EA0B-0E47-8B51-215B7E8334FA}"/>
              </a:ext>
            </a:extLst>
          </p:cNvPr>
          <p:cNvSpPr>
            <a:spLocks noChangeAspect="1"/>
          </p:cNvSpPr>
          <p:nvPr/>
        </p:nvSpPr>
        <p:spPr>
          <a:xfrm>
            <a:off x="956394" y="5498816"/>
            <a:ext cx="3159339" cy="900000"/>
          </a:xfrm>
          <a:custGeom>
            <a:avLst/>
            <a:gdLst/>
            <a:ahLst/>
            <a:cxnLst/>
            <a:rect l="l" t="t" r="r" b="b"/>
            <a:pathLst>
              <a:path w="5375705" h="1676969">
                <a:moveTo>
                  <a:pt x="0" y="0"/>
                </a:moveTo>
                <a:lnTo>
                  <a:pt x="5375706" y="0"/>
                </a:lnTo>
                <a:lnTo>
                  <a:pt x="5375706" y="1676970"/>
                </a:lnTo>
                <a:lnTo>
                  <a:pt x="0" y="1676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Freeform 14">
            <a:extLst>
              <a:ext uri="{FF2B5EF4-FFF2-40B4-BE49-F238E27FC236}">
                <a16:creationId xmlns:a16="http://schemas.microsoft.com/office/drawing/2014/main" id="{35EBEA39-3581-9C6B-E5BD-682A4E99DE1F}"/>
              </a:ext>
            </a:extLst>
          </p:cNvPr>
          <p:cNvSpPr>
            <a:spLocks noChangeAspect="1"/>
          </p:cNvSpPr>
          <p:nvPr/>
        </p:nvSpPr>
        <p:spPr>
          <a:xfrm>
            <a:off x="5111076" y="2140500"/>
            <a:ext cx="3526588" cy="1008000"/>
          </a:xfrm>
          <a:custGeom>
            <a:avLst/>
            <a:gdLst/>
            <a:ahLst/>
            <a:cxnLst/>
            <a:rect l="l" t="t" r="r" b="b"/>
            <a:pathLst>
              <a:path w="5811516" h="1721662">
                <a:moveTo>
                  <a:pt x="0" y="0"/>
                </a:moveTo>
                <a:lnTo>
                  <a:pt x="5811516" y="0"/>
                </a:lnTo>
                <a:lnTo>
                  <a:pt x="5811516" y="1721662"/>
                </a:lnTo>
                <a:lnTo>
                  <a:pt x="0" y="1721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0" name="Freeform 15">
            <a:extLst>
              <a:ext uri="{FF2B5EF4-FFF2-40B4-BE49-F238E27FC236}">
                <a16:creationId xmlns:a16="http://schemas.microsoft.com/office/drawing/2014/main" id="{7FDA5A9F-F071-18BE-6BA6-4A10744F9DAF}"/>
              </a:ext>
            </a:extLst>
          </p:cNvPr>
          <p:cNvSpPr>
            <a:spLocks noChangeAspect="1"/>
          </p:cNvSpPr>
          <p:nvPr/>
        </p:nvSpPr>
        <p:spPr>
          <a:xfrm>
            <a:off x="12725400" y="3499153"/>
            <a:ext cx="3041004" cy="1368000"/>
          </a:xfrm>
          <a:custGeom>
            <a:avLst/>
            <a:gdLst/>
            <a:ahLst/>
            <a:cxnLst/>
            <a:rect l="l" t="t" r="r" b="b"/>
            <a:pathLst>
              <a:path w="5430411" h="3826177">
                <a:moveTo>
                  <a:pt x="0" y="0"/>
                </a:moveTo>
                <a:lnTo>
                  <a:pt x="5430410" y="0"/>
                </a:lnTo>
                <a:lnTo>
                  <a:pt x="5430410" y="3826177"/>
                </a:lnTo>
                <a:lnTo>
                  <a:pt x="0" y="382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941" t="-44212" r="-11038" b="-45273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1" name="Freeform 16">
            <a:extLst>
              <a:ext uri="{FF2B5EF4-FFF2-40B4-BE49-F238E27FC236}">
                <a16:creationId xmlns:a16="http://schemas.microsoft.com/office/drawing/2014/main" id="{A7EFC190-8281-E269-6384-2D675E64E802}"/>
              </a:ext>
            </a:extLst>
          </p:cNvPr>
          <p:cNvSpPr>
            <a:spLocks noChangeAspect="1"/>
          </p:cNvSpPr>
          <p:nvPr/>
        </p:nvSpPr>
        <p:spPr>
          <a:xfrm>
            <a:off x="9096191" y="5613662"/>
            <a:ext cx="3270533" cy="828000"/>
          </a:xfrm>
          <a:custGeom>
            <a:avLst/>
            <a:gdLst/>
            <a:ahLst/>
            <a:cxnLst/>
            <a:rect l="l" t="t" r="r" b="b"/>
            <a:pathLst>
              <a:path w="4769924" h="1251558">
                <a:moveTo>
                  <a:pt x="0" y="0"/>
                </a:moveTo>
                <a:lnTo>
                  <a:pt x="4769924" y="0"/>
                </a:lnTo>
                <a:lnTo>
                  <a:pt x="4769924" y="1251558"/>
                </a:lnTo>
                <a:lnTo>
                  <a:pt x="0" y="12515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FA7EA305-E825-9FFC-D5F5-9EC82FA976EF}"/>
              </a:ext>
            </a:extLst>
          </p:cNvPr>
          <p:cNvSpPr>
            <a:spLocks noChangeAspect="1"/>
          </p:cNvSpPr>
          <p:nvPr/>
        </p:nvSpPr>
        <p:spPr>
          <a:xfrm>
            <a:off x="9468221" y="2046405"/>
            <a:ext cx="2108574" cy="1188000"/>
          </a:xfrm>
          <a:custGeom>
            <a:avLst/>
            <a:gdLst/>
            <a:ahLst/>
            <a:cxnLst/>
            <a:rect l="l" t="t" r="r" b="b"/>
            <a:pathLst>
              <a:path w="2983294" h="1680832">
                <a:moveTo>
                  <a:pt x="0" y="0"/>
                </a:moveTo>
                <a:lnTo>
                  <a:pt x="2983295" y="0"/>
                </a:lnTo>
                <a:lnTo>
                  <a:pt x="2983295" y="1680832"/>
                </a:lnTo>
                <a:lnTo>
                  <a:pt x="0" y="16808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471" b="-1471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3" name="Freeform 18">
            <a:extLst>
              <a:ext uri="{FF2B5EF4-FFF2-40B4-BE49-F238E27FC236}">
                <a16:creationId xmlns:a16="http://schemas.microsoft.com/office/drawing/2014/main" id="{5872F1F4-5CD2-7548-00EC-EF6E1C01DB32}"/>
              </a:ext>
            </a:extLst>
          </p:cNvPr>
          <p:cNvSpPr>
            <a:spLocks noChangeAspect="1"/>
          </p:cNvSpPr>
          <p:nvPr/>
        </p:nvSpPr>
        <p:spPr>
          <a:xfrm>
            <a:off x="5254518" y="3703281"/>
            <a:ext cx="2889449" cy="1080000"/>
          </a:xfrm>
          <a:custGeom>
            <a:avLst/>
            <a:gdLst/>
            <a:ahLst/>
            <a:cxnLst/>
            <a:rect l="l" t="t" r="r" b="b"/>
            <a:pathLst>
              <a:path w="4158919" h="4158919">
                <a:moveTo>
                  <a:pt x="0" y="0"/>
                </a:moveTo>
                <a:lnTo>
                  <a:pt x="4158920" y="0"/>
                </a:lnTo>
                <a:lnTo>
                  <a:pt x="4158920" y="4158919"/>
                </a:lnTo>
                <a:lnTo>
                  <a:pt x="0" y="4158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84882" b="-8265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4" name="Freeform 19">
            <a:extLst>
              <a:ext uri="{FF2B5EF4-FFF2-40B4-BE49-F238E27FC236}">
                <a16:creationId xmlns:a16="http://schemas.microsoft.com/office/drawing/2014/main" id="{8B10C126-B05E-8388-A2C7-D664B4586665}"/>
              </a:ext>
            </a:extLst>
          </p:cNvPr>
          <p:cNvSpPr>
            <a:spLocks noChangeAspect="1"/>
          </p:cNvSpPr>
          <p:nvPr/>
        </p:nvSpPr>
        <p:spPr>
          <a:xfrm>
            <a:off x="9032023" y="3688536"/>
            <a:ext cx="3204000" cy="989235"/>
          </a:xfrm>
          <a:custGeom>
            <a:avLst/>
            <a:gdLst/>
            <a:ahLst/>
            <a:cxnLst/>
            <a:rect l="l" t="t" r="r" b="b"/>
            <a:pathLst>
              <a:path w="4650812" h="1435938">
                <a:moveTo>
                  <a:pt x="0" y="0"/>
                </a:moveTo>
                <a:lnTo>
                  <a:pt x="4650812" y="0"/>
                </a:lnTo>
                <a:lnTo>
                  <a:pt x="4650812" y="1435938"/>
                </a:lnTo>
                <a:lnTo>
                  <a:pt x="0" y="14359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5" name="Freeform 20">
            <a:extLst>
              <a:ext uri="{FF2B5EF4-FFF2-40B4-BE49-F238E27FC236}">
                <a16:creationId xmlns:a16="http://schemas.microsoft.com/office/drawing/2014/main" id="{2D255008-A074-8830-1D87-4147415E33A8}"/>
              </a:ext>
            </a:extLst>
          </p:cNvPr>
          <p:cNvSpPr>
            <a:spLocks noChangeAspect="1"/>
          </p:cNvSpPr>
          <p:nvPr/>
        </p:nvSpPr>
        <p:spPr>
          <a:xfrm>
            <a:off x="4931962" y="5798670"/>
            <a:ext cx="3348000" cy="372292"/>
          </a:xfrm>
          <a:custGeom>
            <a:avLst/>
            <a:gdLst/>
            <a:ahLst/>
            <a:cxnLst/>
            <a:rect l="l" t="t" r="r" b="b"/>
            <a:pathLst>
              <a:path w="5459193" h="615400">
                <a:moveTo>
                  <a:pt x="0" y="0"/>
                </a:moveTo>
                <a:lnTo>
                  <a:pt x="5459193" y="0"/>
                </a:lnTo>
                <a:lnTo>
                  <a:pt x="5459193" y="615400"/>
                </a:lnTo>
                <a:lnTo>
                  <a:pt x="0" y="615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6" name="Freeform 21">
            <a:extLst>
              <a:ext uri="{FF2B5EF4-FFF2-40B4-BE49-F238E27FC236}">
                <a16:creationId xmlns:a16="http://schemas.microsoft.com/office/drawing/2014/main" id="{14FD2C77-4717-7F02-726B-0D476B8AD734}"/>
              </a:ext>
            </a:extLst>
          </p:cNvPr>
          <p:cNvSpPr>
            <a:spLocks noChangeAspect="1"/>
          </p:cNvSpPr>
          <p:nvPr/>
        </p:nvSpPr>
        <p:spPr>
          <a:xfrm>
            <a:off x="12407352" y="2345650"/>
            <a:ext cx="3030564" cy="864000"/>
          </a:xfrm>
          <a:custGeom>
            <a:avLst/>
            <a:gdLst/>
            <a:ahLst/>
            <a:cxnLst/>
            <a:rect l="l" t="t" r="r" b="b"/>
            <a:pathLst>
              <a:path w="5201102" h="1482810">
                <a:moveTo>
                  <a:pt x="0" y="0"/>
                </a:moveTo>
                <a:lnTo>
                  <a:pt x="5201102" y="0"/>
                </a:lnTo>
                <a:lnTo>
                  <a:pt x="5201102" y="1482810"/>
                </a:lnTo>
                <a:lnTo>
                  <a:pt x="0" y="148281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7" name="Freeform 22">
            <a:extLst>
              <a:ext uri="{FF2B5EF4-FFF2-40B4-BE49-F238E27FC236}">
                <a16:creationId xmlns:a16="http://schemas.microsoft.com/office/drawing/2014/main" id="{20C85275-124B-EB69-85F9-472772904FA1}"/>
              </a:ext>
            </a:extLst>
          </p:cNvPr>
          <p:cNvSpPr>
            <a:spLocks noChangeAspect="1"/>
          </p:cNvSpPr>
          <p:nvPr/>
        </p:nvSpPr>
        <p:spPr>
          <a:xfrm>
            <a:off x="926716" y="2140500"/>
            <a:ext cx="3443478" cy="1008000"/>
          </a:xfrm>
          <a:custGeom>
            <a:avLst/>
            <a:gdLst/>
            <a:ahLst/>
            <a:cxnLst/>
            <a:rect l="l" t="t" r="r" b="b"/>
            <a:pathLst>
              <a:path w="4268908" h="1249626">
                <a:moveTo>
                  <a:pt x="0" y="0"/>
                </a:moveTo>
                <a:lnTo>
                  <a:pt x="4268908" y="0"/>
                </a:lnTo>
                <a:lnTo>
                  <a:pt x="4268908" y="1249626"/>
                </a:lnTo>
                <a:lnTo>
                  <a:pt x="0" y="124962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8" name="AutoShape 23">
            <a:extLst>
              <a:ext uri="{FF2B5EF4-FFF2-40B4-BE49-F238E27FC236}">
                <a16:creationId xmlns:a16="http://schemas.microsoft.com/office/drawing/2014/main" id="{93387FDF-C44F-58B6-16FD-38F31BB9F3EB}"/>
              </a:ext>
            </a:extLst>
          </p:cNvPr>
          <p:cNvSpPr/>
          <p:nvPr userDrawn="1"/>
        </p:nvSpPr>
        <p:spPr>
          <a:xfrm>
            <a:off x="776813" y="8039100"/>
            <a:ext cx="16749187" cy="0"/>
          </a:xfrm>
          <a:prstGeom prst="line">
            <a:avLst/>
          </a:prstGeom>
          <a:ln w="9525" cap="flat">
            <a:solidFill>
              <a:srgbClr val="ADAD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19" name="Freeform 24">
            <a:extLst>
              <a:ext uri="{FF2B5EF4-FFF2-40B4-BE49-F238E27FC236}">
                <a16:creationId xmlns:a16="http://schemas.microsoft.com/office/drawing/2014/main" id="{1279A43D-FA0F-8DB2-D22E-D409F9150D44}"/>
              </a:ext>
            </a:extLst>
          </p:cNvPr>
          <p:cNvSpPr>
            <a:spLocks noChangeAspect="1"/>
          </p:cNvSpPr>
          <p:nvPr userDrawn="1"/>
        </p:nvSpPr>
        <p:spPr>
          <a:xfrm>
            <a:off x="1169866" y="8258700"/>
            <a:ext cx="2657011" cy="1044000"/>
          </a:xfrm>
          <a:custGeom>
            <a:avLst/>
            <a:gdLst/>
            <a:ahLst/>
            <a:cxnLst/>
            <a:rect l="l" t="t" r="r" b="b"/>
            <a:pathLst>
              <a:path w="3939944" h="3193592">
                <a:moveTo>
                  <a:pt x="0" y="0"/>
                </a:moveTo>
                <a:lnTo>
                  <a:pt x="3939944" y="0"/>
                </a:lnTo>
                <a:lnTo>
                  <a:pt x="3939944" y="3193592"/>
                </a:lnTo>
                <a:lnTo>
                  <a:pt x="0" y="319359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5127" t="-64446" r="-16929" b="-73047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0" name="TextBox 25">
            <a:extLst>
              <a:ext uri="{FF2B5EF4-FFF2-40B4-BE49-F238E27FC236}">
                <a16:creationId xmlns:a16="http://schemas.microsoft.com/office/drawing/2014/main" id="{2F69D96B-58C8-6694-BFBD-A68F5098573E}"/>
              </a:ext>
            </a:extLst>
          </p:cNvPr>
          <p:cNvSpPr txBox="1"/>
          <p:nvPr userDrawn="1"/>
        </p:nvSpPr>
        <p:spPr>
          <a:xfrm>
            <a:off x="776813" y="7433972"/>
            <a:ext cx="3795188" cy="523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284"/>
              </a:lnSpc>
            </a:pPr>
            <a:r>
              <a:rPr lang="en-US" sz="306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Venue Sponsors</a:t>
            </a:r>
          </a:p>
        </p:txBody>
      </p:sp>
      <p:sp>
        <p:nvSpPr>
          <p:cNvPr id="21" name="TextBox 26">
            <a:extLst>
              <a:ext uri="{FF2B5EF4-FFF2-40B4-BE49-F238E27FC236}">
                <a16:creationId xmlns:a16="http://schemas.microsoft.com/office/drawing/2014/main" id="{B1DF440D-6A56-F180-9077-D1DAC7983EF1}"/>
              </a:ext>
            </a:extLst>
          </p:cNvPr>
          <p:cNvSpPr txBox="1"/>
          <p:nvPr userDrawn="1"/>
        </p:nvSpPr>
        <p:spPr>
          <a:xfrm>
            <a:off x="759956" y="721243"/>
            <a:ext cx="2926313" cy="550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82"/>
              </a:lnSpc>
            </a:pPr>
            <a:r>
              <a:rPr lang="en-US" sz="3059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Sponsors</a:t>
            </a:r>
          </a:p>
        </p:txBody>
      </p:sp>
      <p:sp>
        <p:nvSpPr>
          <p:cNvPr id="2" name="TextBox 25">
            <a:extLst>
              <a:ext uri="{FF2B5EF4-FFF2-40B4-BE49-F238E27FC236}">
                <a16:creationId xmlns:a16="http://schemas.microsoft.com/office/drawing/2014/main" id="{CF8E3B77-ED10-E6CA-48AB-BA97ADDCD83C}"/>
              </a:ext>
            </a:extLst>
          </p:cNvPr>
          <p:cNvSpPr txBox="1"/>
          <p:nvPr userDrawn="1"/>
        </p:nvSpPr>
        <p:spPr>
          <a:xfrm>
            <a:off x="8343462" y="7433972"/>
            <a:ext cx="9182538" cy="523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284"/>
              </a:lnSpc>
            </a:pPr>
            <a:r>
              <a:rPr lang="en-US" sz="306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In collaboration with</a:t>
            </a:r>
          </a:p>
        </p:txBody>
      </p:sp>
      <p:pic>
        <p:nvPicPr>
          <p:cNvPr id="4" name="Picture 3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6C46A99A-5B00-8D24-E50B-F94C16C32B6B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462" y="8510700"/>
            <a:ext cx="2947501" cy="540000"/>
          </a:xfrm>
          <a:prstGeom prst="rect">
            <a:avLst/>
          </a:prstGeom>
        </p:spPr>
      </p:pic>
      <p:pic>
        <p:nvPicPr>
          <p:cNvPr id="22" name="Picture 2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ACF2445-1958-D0C6-0AE6-8063D8E1F384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0653" y="8150700"/>
            <a:ext cx="342238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899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2">
            <a:extLst>
              <a:ext uri="{FF2B5EF4-FFF2-40B4-BE49-F238E27FC236}">
                <a16:creationId xmlns:a16="http://schemas.microsoft.com/office/drawing/2014/main" id="{59C62EB0-4EE0-BB3B-F690-DDD76301F39B}"/>
              </a:ext>
            </a:extLst>
          </p:cNvPr>
          <p:cNvSpPr/>
          <p:nvPr userDrawn="1"/>
        </p:nvSpPr>
        <p:spPr>
          <a:xfrm>
            <a:off x="685800" y="1033796"/>
            <a:ext cx="3320536" cy="729880"/>
          </a:xfrm>
          <a:custGeom>
            <a:avLst/>
            <a:gdLst/>
            <a:ahLst/>
            <a:cxnLst/>
            <a:rect l="l" t="t" r="r" b="b"/>
            <a:pathLst>
              <a:path w="1556200" h="342065">
                <a:moveTo>
                  <a:pt x="1353000" y="0"/>
                </a:moveTo>
                <a:cubicBezTo>
                  <a:pt x="1465225" y="0"/>
                  <a:pt x="1556200" y="76574"/>
                  <a:pt x="1556200" y="171033"/>
                </a:cubicBezTo>
                <a:cubicBezTo>
                  <a:pt x="1556200" y="265491"/>
                  <a:pt x="1465225" y="342065"/>
                  <a:pt x="1353000" y="342065"/>
                </a:cubicBezTo>
                <a:lnTo>
                  <a:pt x="203200" y="342065"/>
                </a:lnTo>
                <a:cubicBezTo>
                  <a:pt x="90976" y="342065"/>
                  <a:pt x="0" y="265491"/>
                  <a:pt x="0" y="171033"/>
                </a:cubicBezTo>
                <a:cubicBezTo>
                  <a:pt x="0" y="76574"/>
                  <a:pt x="90976" y="0"/>
                  <a:pt x="203200" y="0"/>
                </a:cubicBezTo>
                <a:close/>
              </a:path>
            </a:pathLst>
          </a:custGeom>
          <a:solidFill>
            <a:srgbClr val="FF0079"/>
          </a:solidFill>
        </p:spPr>
        <p:txBody>
          <a:bodyPr/>
          <a:lstStyle/>
          <a:p>
            <a:endParaRPr lang="es-ES"/>
          </a:p>
        </p:txBody>
      </p:sp>
      <p:sp>
        <p:nvSpPr>
          <p:cNvPr id="6" name="TextBox 33">
            <a:extLst>
              <a:ext uri="{FF2B5EF4-FFF2-40B4-BE49-F238E27FC236}">
                <a16:creationId xmlns:a16="http://schemas.microsoft.com/office/drawing/2014/main" id="{66B5234C-3ACB-6B3B-F164-280F7635BFFD}"/>
              </a:ext>
            </a:extLst>
          </p:cNvPr>
          <p:cNvSpPr txBox="1"/>
          <p:nvPr userDrawn="1"/>
        </p:nvSpPr>
        <p:spPr>
          <a:xfrm>
            <a:off x="685800" y="952500"/>
            <a:ext cx="3320536" cy="81117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57"/>
              </a:lnSpc>
            </a:pPr>
            <a:r>
              <a: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¡Hola!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5390A4-6BEE-8D1C-61EB-C0D4ADDA1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15400" y="2476500"/>
            <a:ext cx="8229600" cy="6172200"/>
          </a:xfrm>
        </p:spPr>
        <p:txBody>
          <a:bodyPr/>
          <a:lstStyle/>
          <a:p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6E7182F-0D62-5695-55DE-C9282FBA16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2552700"/>
            <a:ext cx="6400800" cy="5638800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Explícanos un poco quien eres</a:t>
            </a:r>
          </a:p>
        </p:txBody>
      </p:sp>
    </p:spTree>
    <p:extLst>
      <p:ext uri="{BB962C8B-B14F-4D97-AF65-F5344CB8AC3E}">
        <p14:creationId xmlns:p14="http://schemas.microsoft.com/office/powerpoint/2010/main" val="394200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3">
            <a:extLst>
              <a:ext uri="{FF2B5EF4-FFF2-40B4-BE49-F238E27FC236}">
                <a16:creationId xmlns:a16="http://schemas.microsoft.com/office/drawing/2014/main" id="{57E1B75A-8985-7DA0-5CDB-7042A57E8766}"/>
              </a:ext>
            </a:extLst>
          </p:cNvPr>
          <p:cNvGrpSpPr/>
          <p:nvPr userDrawn="1"/>
        </p:nvGrpSpPr>
        <p:grpSpPr>
          <a:xfrm>
            <a:off x="2433646" y="6137970"/>
            <a:ext cx="675356" cy="820017"/>
            <a:chOff x="0" y="-38100"/>
            <a:chExt cx="177872" cy="215972"/>
          </a:xfrm>
        </p:grpSpPr>
        <p:sp>
          <p:nvSpPr>
            <p:cNvPr id="7" name="Freeform 14">
              <a:extLst>
                <a:ext uri="{FF2B5EF4-FFF2-40B4-BE49-F238E27FC236}">
                  <a16:creationId xmlns:a16="http://schemas.microsoft.com/office/drawing/2014/main" id="{28326FF7-7EC4-8DD7-53F4-F328F97FC271}"/>
                </a:ext>
              </a:extLst>
            </p:cNvPr>
            <p:cNvSpPr/>
            <p:nvPr/>
          </p:nvSpPr>
          <p:spPr>
            <a:xfrm>
              <a:off x="0" y="-18451"/>
              <a:ext cx="177872" cy="177872"/>
            </a:xfrm>
            <a:custGeom>
              <a:avLst/>
              <a:gdLst/>
              <a:ahLst/>
              <a:cxnLst/>
              <a:rect l="l" t="t" r="r" b="b"/>
              <a:pathLst>
                <a:path w="177872" h="177872">
                  <a:moveTo>
                    <a:pt x="88936" y="0"/>
                  </a:moveTo>
                  <a:lnTo>
                    <a:pt x="88936" y="0"/>
                  </a:lnTo>
                  <a:cubicBezTo>
                    <a:pt x="138054" y="0"/>
                    <a:pt x="177872" y="39818"/>
                    <a:pt x="177872" y="88936"/>
                  </a:cubicBezTo>
                  <a:lnTo>
                    <a:pt x="177872" y="88936"/>
                  </a:lnTo>
                  <a:cubicBezTo>
                    <a:pt x="177872" y="138054"/>
                    <a:pt x="138054" y="177872"/>
                    <a:pt x="88936" y="177872"/>
                  </a:cubicBezTo>
                  <a:lnTo>
                    <a:pt x="88936" y="177872"/>
                  </a:lnTo>
                  <a:cubicBezTo>
                    <a:pt x="39818" y="177872"/>
                    <a:pt x="0" y="138054"/>
                    <a:pt x="0" y="88936"/>
                  </a:cubicBezTo>
                  <a:lnTo>
                    <a:pt x="0" y="88936"/>
                  </a:lnTo>
                  <a:cubicBezTo>
                    <a:pt x="0" y="39818"/>
                    <a:pt x="39818" y="0"/>
                    <a:pt x="88936" y="0"/>
                  </a:cubicBezTo>
                  <a:close/>
                </a:path>
              </a:pathLst>
            </a:custGeom>
            <a:solidFill>
              <a:srgbClr val="DAD9DA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15">
              <a:extLst>
                <a:ext uri="{FF2B5EF4-FFF2-40B4-BE49-F238E27FC236}">
                  <a16:creationId xmlns:a16="http://schemas.microsoft.com/office/drawing/2014/main" id="{3D481E61-6096-1211-AF58-9FA6B500AF7A}"/>
                </a:ext>
              </a:extLst>
            </p:cNvPr>
            <p:cNvSpPr txBox="1"/>
            <p:nvPr/>
          </p:nvSpPr>
          <p:spPr>
            <a:xfrm>
              <a:off x="0" y="-38100"/>
              <a:ext cx="177872" cy="215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r>
                <a:rPr lang="en-US" sz="2255" b="1" spc="-24">
                  <a:solidFill>
                    <a:srgbClr val="424242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3</a:t>
              </a:r>
            </a:p>
          </p:txBody>
        </p:sp>
      </p:grpSp>
      <p:grpSp>
        <p:nvGrpSpPr>
          <p:cNvPr id="9" name="Group 16">
            <a:extLst>
              <a:ext uri="{FF2B5EF4-FFF2-40B4-BE49-F238E27FC236}">
                <a16:creationId xmlns:a16="http://schemas.microsoft.com/office/drawing/2014/main" id="{718A1550-DCE9-2783-EFA8-A3A0F82092B9}"/>
              </a:ext>
            </a:extLst>
          </p:cNvPr>
          <p:cNvGrpSpPr/>
          <p:nvPr userDrawn="1"/>
        </p:nvGrpSpPr>
        <p:grpSpPr>
          <a:xfrm>
            <a:off x="2433646" y="4389239"/>
            <a:ext cx="675356" cy="820016"/>
            <a:chOff x="0" y="-38100"/>
            <a:chExt cx="177872" cy="215972"/>
          </a:xfrm>
        </p:grpSpPr>
        <p:sp>
          <p:nvSpPr>
            <p:cNvPr id="10" name="Freeform 17">
              <a:extLst>
                <a:ext uri="{FF2B5EF4-FFF2-40B4-BE49-F238E27FC236}">
                  <a16:creationId xmlns:a16="http://schemas.microsoft.com/office/drawing/2014/main" id="{03D9251C-9CF0-4878-743A-4BB2948DC178}"/>
                </a:ext>
              </a:extLst>
            </p:cNvPr>
            <p:cNvSpPr/>
            <p:nvPr userDrawn="1"/>
          </p:nvSpPr>
          <p:spPr>
            <a:xfrm>
              <a:off x="0" y="-17318"/>
              <a:ext cx="177872" cy="177872"/>
            </a:xfrm>
            <a:custGeom>
              <a:avLst/>
              <a:gdLst/>
              <a:ahLst/>
              <a:cxnLst/>
              <a:rect l="l" t="t" r="r" b="b"/>
              <a:pathLst>
                <a:path w="177872" h="177872">
                  <a:moveTo>
                    <a:pt x="88936" y="0"/>
                  </a:moveTo>
                  <a:lnTo>
                    <a:pt x="88936" y="0"/>
                  </a:lnTo>
                  <a:cubicBezTo>
                    <a:pt x="138054" y="0"/>
                    <a:pt x="177872" y="39818"/>
                    <a:pt x="177872" y="88936"/>
                  </a:cubicBezTo>
                  <a:lnTo>
                    <a:pt x="177872" y="88936"/>
                  </a:lnTo>
                  <a:cubicBezTo>
                    <a:pt x="177872" y="138054"/>
                    <a:pt x="138054" y="177872"/>
                    <a:pt x="88936" y="177872"/>
                  </a:cubicBezTo>
                  <a:lnTo>
                    <a:pt x="88936" y="177872"/>
                  </a:lnTo>
                  <a:cubicBezTo>
                    <a:pt x="39818" y="177872"/>
                    <a:pt x="0" y="138054"/>
                    <a:pt x="0" y="88936"/>
                  </a:cubicBezTo>
                  <a:lnTo>
                    <a:pt x="0" y="88936"/>
                  </a:lnTo>
                  <a:cubicBezTo>
                    <a:pt x="0" y="39818"/>
                    <a:pt x="39818" y="0"/>
                    <a:pt x="88936" y="0"/>
                  </a:cubicBezTo>
                  <a:close/>
                </a:path>
              </a:pathLst>
            </a:custGeom>
            <a:solidFill>
              <a:srgbClr val="DAD9DA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8">
              <a:extLst>
                <a:ext uri="{FF2B5EF4-FFF2-40B4-BE49-F238E27FC236}">
                  <a16:creationId xmlns:a16="http://schemas.microsoft.com/office/drawing/2014/main" id="{AEBD0B7C-3CF4-9E82-E300-0B897CF266BE}"/>
                </a:ext>
              </a:extLst>
            </p:cNvPr>
            <p:cNvSpPr txBox="1"/>
            <p:nvPr/>
          </p:nvSpPr>
          <p:spPr>
            <a:xfrm>
              <a:off x="0" y="-38100"/>
              <a:ext cx="177872" cy="215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r>
                <a:rPr lang="en-US" sz="2255" b="1" spc="-24">
                  <a:solidFill>
                    <a:srgbClr val="424242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1</a:t>
              </a:r>
            </a:p>
          </p:txBody>
        </p:sp>
      </p:grpSp>
      <p:grpSp>
        <p:nvGrpSpPr>
          <p:cNvPr id="12" name="Group 19">
            <a:extLst>
              <a:ext uri="{FF2B5EF4-FFF2-40B4-BE49-F238E27FC236}">
                <a16:creationId xmlns:a16="http://schemas.microsoft.com/office/drawing/2014/main" id="{A9193DA0-12A3-8867-6974-4ACFBD2B30D7}"/>
              </a:ext>
            </a:extLst>
          </p:cNvPr>
          <p:cNvGrpSpPr/>
          <p:nvPr userDrawn="1"/>
        </p:nvGrpSpPr>
        <p:grpSpPr>
          <a:xfrm>
            <a:off x="2433646" y="5263604"/>
            <a:ext cx="675356" cy="820017"/>
            <a:chOff x="0" y="-22820"/>
            <a:chExt cx="177872" cy="215972"/>
          </a:xfrm>
        </p:grpSpPr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88213D2C-3D06-72F0-21F5-234980C40E91}"/>
                </a:ext>
              </a:extLst>
            </p:cNvPr>
            <p:cNvSpPr/>
            <p:nvPr/>
          </p:nvSpPr>
          <p:spPr>
            <a:xfrm>
              <a:off x="0" y="0"/>
              <a:ext cx="177872" cy="177872"/>
            </a:xfrm>
            <a:custGeom>
              <a:avLst/>
              <a:gdLst/>
              <a:ahLst/>
              <a:cxnLst/>
              <a:rect l="l" t="t" r="r" b="b"/>
              <a:pathLst>
                <a:path w="177872" h="177872">
                  <a:moveTo>
                    <a:pt x="88936" y="0"/>
                  </a:moveTo>
                  <a:lnTo>
                    <a:pt x="88936" y="0"/>
                  </a:lnTo>
                  <a:cubicBezTo>
                    <a:pt x="138054" y="0"/>
                    <a:pt x="177872" y="39818"/>
                    <a:pt x="177872" y="88936"/>
                  </a:cubicBezTo>
                  <a:lnTo>
                    <a:pt x="177872" y="88936"/>
                  </a:lnTo>
                  <a:cubicBezTo>
                    <a:pt x="177872" y="138054"/>
                    <a:pt x="138054" y="177872"/>
                    <a:pt x="88936" y="177872"/>
                  </a:cubicBezTo>
                  <a:lnTo>
                    <a:pt x="88936" y="177872"/>
                  </a:lnTo>
                  <a:cubicBezTo>
                    <a:pt x="39818" y="177872"/>
                    <a:pt x="0" y="138054"/>
                    <a:pt x="0" y="88936"/>
                  </a:cubicBezTo>
                  <a:lnTo>
                    <a:pt x="0" y="88936"/>
                  </a:lnTo>
                  <a:cubicBezTo>
                    <a:pt x="0" y="39818"/>
                    <a:pt x="39818" y="0"/>
                    <a:pt x="88936" y="0"/>
                  </a:cubicBezTo>
                  <a:close/>
                </a:path>
              </a:pathLst>
            </a:custGeom>
            <a:solidFill>
              <a:srgbClr val="DAD9DA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Box 21">
              <a:extLst>
                <a:ext uri="{FF2B5EF4-FFF2-40B4-BE49-F238E27FC236}">
                  <a16:creationId xmlns:a16="http://schemas.microsoft.com/office/drawing/2014/main" id="{4DC21002-ACED-8C99-26E6-BE61561085BF}"/>
                </a:ext>
              </a:extLst>
            </p:cNvPr>
            <p:cNvSpPr txBox="1"/>
            <p:nvPr/>
          </p:nvSpPr>
          <p:spPr>
            <a:xfrm>
              <a:off x="0" y="-22820"/>
              <a:ext cx="177872" cy="215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r>
                <a:rPr lang="en-US" sz="2255" b="1" spc="-24">
                  <a:solidFill>
                    <a:srgbClr val="424242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2</a:t>
              </a:r>
            </a:p>
          </p:txBody>
        </p:sp>
      </p:grpSp>
      <p:grpSp>
        <p:nvGrpSpPr>
          <p:cNvPr id="15" name="Group 22">
            <a:extLst>
              <a:ext uri="{FF2B5EF4-FFF2-40B4-BE49-F238E27FC236}">
                <a16:creationId xmlns:a16="http://schemas.microsoft.com/office/drawing/2014/main" id="{A1EC7EBD-E8AB-AE4D-8B83-F2299FB9264C}"/>
              </a:ext>
            </a:extLst>
          </p:cNvPr>
          <p:cNvGrpSpPr/>
          <p:nvPr userDrawn="1"/>
        </p:nvGrpSpPr>
        <p:grpSpPr>
          <a:xfrm>
            <a:off x="2433646" y="7012336"/>
            <a:ext cx="675356" cy="820016"/>
            <a:chOff x="0" y="-38100"/>
            <a:chExt cx="177872" cy="215972"/>
          </a:xfrm>
        </p:grpSpPr>
        <p:sp>
          <p:nvSpPr>
            <p:cNvPr id="16" name="Freeform 23">
              <a:extLst>
                <a:ext uri="{FF2B5EF4-FFF2-40B4-BE49-F238E27FC236}">
                  <a16:creationId xmlns:a16="http://schemas.microsoft.com/office/drawing/2014/main" id="{FEE22346-D07A-4F16-8D25-681087BC61E6}"/>
                </a:ext>
              </a:extLst>
            </p:cNvPr>
            <p:cNvSpPr/>
            <p:nvPr/>
          </p:nvSpPr>
          <p:spPr>
            <a:xfrm>
              <a:off x="0" y="-10664"/>
              <a:ext cx="177872" cy="177872"/>
            </a:xfrm>
            <a:custGeom>
              <a:avLst/>
              <a:gdLst/>
              <a:ahLst/>
              <a:cxnLst/>
              <a:rect l="l" t="t" r="r" b="b"/>
              <a:pathLst>
                <a:path w="177872" h="177872">
                  <a:moveTo>
                    <a:pt x="88936" y="0"/>
                  </a:moveTo>
                  <a:lnTo>
                    <a:pt x="88936" y="0"/>
                  </a:lnTo>
                  <a:cubicBezTo>
                    <a:pt x="138054" y="0"/>
                    <a:pt x="177872" y="39818"/>
                    <a:pt x="177872" y="88936"/>
                  </a:cubicBezTo>
                  <a:lnTo>
                    <a:pt x="177872" y="88936"/>
                  </a:lnTo>
                  <a:cubicBezTo>
                    <a:pt x="177872" y="138054"/>
                    <a:pt x="138054" y="177872"/>
                    <a:pt x="88936" y="177872"/>
                  </a:cubicBezTo>
                  <a:lnTo>
                    <a:pt x="88936" y="177872"/>
                  </a:lnTo>
                  <a:cubicBezTo>
                    <a:pt x="39818" y="177872"/>
                    <a:pt x="0" y="138054"/>
                    <a:pt x="0" y="88936"/>
                  </a:cubicBezTo>
                  <a:lnTo>
                    <a:pt x="0" y="88936"/>
                  </a:lnTo>
                  <a:cubicBezTo>
                    <a:pt x="0" y="39818"/>
                    <a:pt x="39818" y="0"/>
                    <a:pt x="88936" y="0"/>
                  </a:cubicBezTo>
                  <a:close/>
                </a:path>
              </a:pathLst>
            </a:custGeom>
            <a:solidFill>
              <a:srgbClr val="DAD9DA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TextBox 24">
              <a:extLst>
                <a:ext uri="{FF2B5EF4-FFF2-40B4-BE49-F238E27FC236}">
                  <a16:creationId xmlns:a16="http://schemas.microsoft.com/office/drawing/2014/main" id="{EEB74BF8-8B13-F1C5-5F0F-5AFA6C62BF01}"/>
                </a:ext>
              </a:extLst>
            </p:cNvPr>
            <p:cNvSpPr txBox="1"/>
            <p:nvPr/>
          </p:nvSpPr>
          <p:spPr>
            <a:xfrm>
              <a:off x="0" y="-38100"/>
              <a:ext cx="177872" cy="215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r>
                <a:rPr lang="en-US" sz="2255" b="1" spc="-24">
                  <a:solidFill>
                    <a:srgbClr val="424242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4</a:t>
              </a:r>
            </a:p>
          </p:txBody>
        </p:sp>
      </p:grpSp>
      <p:grpSp>
        <p:nvGrpSpPr>
          <p:cNvPr id="18" name="Group 25">
            <a:extLst>
              <a:ext uri="{FF2B5EF4-FFF2-40B4-BE49-F238E27FC236}">
                <a16:creationId xmlns:a16="http://schemas.microsoft.com/office/drawing/2014/main" id="{ED716E62-DA0C-C2DF-1AAF-32B959782C83}"/>
              </a:ext>
            </a:extLst>
          </p:cNvPr>
          <p:cNvGrpSpPr/>
          <p:nvPr userDrawn="1"/>
        </p:nvGrpSpPr>
        <p:grpSpPr>
          <a:xfrm>
            <a:off x="2433646" y="7886701"/>
            <a:ext cx="675356" cy="820017"/>
            <a:chOff x="0" y="-20069"/>
            <a:chExt cx="177872" cy="215972"/>
          </a:xfrm>
        </p:grpSpPr>
        <p:sp>
          <p:nvSpPr>
            <p:cNvPr id="19" name="Freeform 26">
              <a:extLst>
                <a:ext uri="{FF2B5EF4-FFF2-40B4-BE49-F238E27FC236}">
                  <a16:creationId xmlns:a16="http://schemas.microsoft.com/office/drawing/2014/main" id="{59814909-68E5-8CBD-6575-E4EC8AC7C51E}"/>
                </a:ext>
              </a:extLst>
            </p:cNvPr>
            <p:cNvSpPr/>
            <p:nvPr/>
          </p:nvSpPr>
          <p:spPr>
            <a:xfrm>
              <a:off x="0" y="0"/>
              <a:ext cx="177872" cy="177872"/>
            </a:xfrm>
            <a:custGeom>
              <a:avLst/>
              <a:gdLst/>
              <a:ahLst/>
              <a:cxnLst/>
              <a:rect l="l" t="t" r="r" b="b"/>
              <a:pathLst>
                <a:path w="177872" h="177872">
                  <a:moveTo>
                    <a:pt x="88936" y="0"/>
                  </a:moveTo>
                  <a:lnTo>
                    <a:pt x="88936" y="0"/>
                  </a:lnTo>
                  <a:cubicBezTo>
                    <a:pt x="138054" y="0"/>
                    <a:pt x="177872" y="39818"/>
                    <a:pt x="177872" y="88936"/>
                  </a:cubicBezTo>
                  <a:lnTo>
                    <a:pt x="177872" y="88936"/>
                  </a:lnTo>
                  <a:cubicBezTo>
                    <a:pt x="177872" y="138054"/>
                    <a:pt x="138054" y="177872"/>
                    <a:pt x="88936" y="177872"/>
                  </a:cubicBezTo>
                  <a:lnTo>
                    <a:pt x="88936" y="177872"/>
                  </a:lnTo>
                  <a:cubicBezTo>
                    <a:pt x="39818" y="177872"/>
                    <a:pt x="0" y="138054"/>
                    <a:pt x="0" y="88936"/>
                  </a:cubicBezTo>
                  <a:lnTo>
                    <a:pt x="0" y="88936"/>
                  </a:lnTo>
                  <a:cubicBezTo>
                    <a:pt x="0" y="39818"/>
                    <a:pt x="39818" y="0"/>
                    <a:pt x="88936" y="0"/>
                  </a:cubicBezTo>
                  <a:close/>
                </a:path>
              </a:pathLst>
            </a:custGeom>
            <a:solidFill>
              <a:srgbClr val="DAD9DA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TextBox 27">
              <a:extLst>
                <a:ext uri="{FF2B5EF4-FFF2-40B4-BE49-F238E27FC236}">
                  <a16:creationId xmlns:a16="http://schemas.microsoft.com/office/drawing/2014/main" id="{6503EC41-C5A5-082A-3D2A-2B5ACFE24763}"/>
                </a:ext>
              </a:extLst>
            </p:cNvPr>
            <p:cNvSpPr txBox="1"/>
            <p:nvPr/>
          </p:nvSpPr>
          <p:spPr>
            <a:xfrm>
              <a:off x="0" y="-20069"/>
              <a:ext cx="177872" cy="215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r>
                <a:rPr lang="en-US" sz="2255" b="1" spc="-24">
                  <a:solidFill>
                    <a:srgbClr val="424242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5</a:t>
              </a:r>
            </a:p>
          </p:txBody>
        </p:sp>
      </p:grpSp>
      <p:sp>
        <p:nvSpPr>
          <p:cNvPr id="27" name="Freeform 32">
            <a:extLst>
              <a:ext uri="{FF2B5EF4-FFF2-40B4-BE49-F238E27FC236}">
                <a16:creationId xmlns:a16="http://schemas.microsoft.com/office/drawing/2014/main" id="{9392D25D-DC66-80FC-DBDC-EF325C0EBCC8}"/>
              </a:ext>
            </a:extLst>
          </p:cNvPr>
          <p:cNvSpPr/>
          <p:nvPr/>
        </p:nvSpPr>
        <p:spPr>
          <a:xfrm>
            <a:off x="2346068" y="1060820"/>
            <a:ext cx="3320536" cy="729880"/>
          </a:xfrm>
          <a:custGeom>
            <a:avLst/>
            <a:gdLst/>
            <a:ahLst/>
            <a:cxnLst/>
            <a:rect l="l" t="t" r="r" b="b"/>
            <a:pathLst>
              <a:path w="1556200" h="342065">
                <a:moveTo>
                  <a:pt x="1353000" y="0"/>
                </a:moveTo>
                <a:cubicBezTo>
                  <a:pt x="1465225" y="0"/>
                  <a:pt x="1556200" y="76574"/>
                  <a:pt x="1556200" y="171033"/>
                </a:cubicBezTo>
                <a:cubicBezTo>
                  <a:pt x="1556200" y="265491"/>
                  <a:pt x="1465225" y="342065"/>
                  <a:pt x="1353000" y="342065"/>
                </a:cubicBezTo>
                <a:lnTo>
                  <a:pt x="203200" y="342065"/>
                </a:lnTo>
                <a:cubicBezTo>
                  <a:pt x="90976" y="342065"/>
                  <a:pt x="0" y="265491"/>
                  <a:pt x="0" y="171033"/>
                </a:cubicBezTo>
                <a:cubicBezTo>
                  <a:pt x="0" y="76574"/>
                  <a:pt x="90976" y="0"/>
                  <a:pt x="203200" y="0"/>
                </a:cubicBezTo>
                <a:close/>
              </a:path>
            </a:pathLst>
          </a:custGeom>
          <a:solidFill>
            <a:srgbClr val="FF0079"/>
          </a:solidFill>
        </p:spPr>
        <p:txBody>
          <a:bodyPr/>
          <a:lstStyle/>
          <a:p>
            <a:endParaRPr lang="es-ES"/>
          </a:p>
        </p:txBody>
      </p:sp>
      <p:grpSp>
        <p:nvGrpSpPr>
          <p:cNvPr id="22" name="Group 31">
            <a:extLst>
              <a:ext uri="{FF2B5EF4-FFF2-40B4-BE49-F238E27FC236}">
                <a16:creationId xmlns:a16="http://schemas.microsoft.com/office/drawing/2014/main" id="{148B268A-8A55-F0B5-E066-7AB70F5E019E}"/>
              </a:ext>
            </a:extLst>
          </p:cNvPr>
          <p:cNvGrpSpPr/>
          <p:nvPr userDrawn="1"/>
        </p:nvGrpSpPr>
        <p:grpSpPr>
          <a:xfrm>
            <a:off x="685800" y="979524"/>
            <a:ext cx="3320536" cy="811176"/>
            <a:chOff x="0" y="176172"/>
            <a:chExt cx="1556200" cy="380165"/>
          </a:xfrm>
        </p:grpSpPr>
        <p:sp>
          <p:nvSpPr>
            <p:cNvPr id="23" name="Freeform 32">
              <a:extLst>
                <a:ext uri="{FF2B5EF4-FFF2-40B4-BE49-F238E27FC236}">
                  <a16:creationId xmlns:a16="http://schemas.microsoft.com/office/drawing/2014/main" id="{0165B46C-3D70-59C3-31FC-D170097D4E20}"/>
                </a:ext>
              </a:extLst>
            </p:cNvPr>
            <p:cNvSpPr/>
            <p:nvPr/>
          </p:nvSpPr>
          <p:spPr>
            <a:xfrm>
              <a:off x="0" y="214272"/>
              <a:ext cx="1556200" cy="342065"/>
            </a:xfrm>
            <a:custGeom>
              <a:avLst/>
              <a:gdLst/>
              <a:ahLst/>
              <a:cxnLst/>
              <a:rect l="l" t="t" r="r" b="b"/>
              <a:pathLst>
                <a:path w="1556200" h="342065">
                  <a:moveTo>
                    <a:pt x="1353000" y="0"/>
                  </a:moveTo>
                  <a:cubicBezTo>
                    <a:pt x="1465225" y="0"/>
                    <a:pt x="1556200" y="76574"/>
                    <a:pt x="1556200" y="171033"/>
                  </a:cubicBezTo>
                  <a:cubicBezTo>
                    <a:pt x="1556200" y="265491"/>
                    <a:pt x="1465225" y="342065"/>
                    <a:pt x="1353000" y="342065"/>
                  </a:cubicBezTo>
                  <a:lnTo>
                    <a:pt x="203200" y="342065"/>
                  </a:lnTo>
                  <a:cubicBezTo>
                    <a:pt x="90976" y="342065"/>
                    <a:pt x="0" y="265491"/>
                    <a:pt x="0" y="171033"/>
                  </a:cubicBezTo>
                  <a:cubicBezTo>
                    <a:pt x="0" y="76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7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24" name="TextBox 33">
              <a:extLst>
                <a:ext uri="{FF2B5EF4-FFF2-40B4-BE49-F238E27FC236}">
                  <a16:creationId xmlns:a16="http://schemas.microsoft.com/office/drawing/2014/main" id="{F703629C-DB76-1CA5-0BD0-0578C1EAD7CA}"/>
                </a:ext>
              </a:extLst>
            </p:cNvPr>
            <p:cNvSpPr txBox="1"/>
            <p:nvPr/>
          </p:nvSpPr>
          <p:spPr>
            <a:xfrm>
              <a:off x="0" y="176172"/>
              <a:ext cx="1556200" cy="38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r>
                <a:rPr lang="en-US" sz="2255" b="1" spc="-24">
                  <a:solidFill>
                    <a:srgbClr val="FFFFFF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¿</a:t>
              </a:r>
              <a:r>
                <a:rPr lang="en-US" sz="2255" b="1" spc="-24" err="1">
                  <a:solidFill>
                    <a:srgbClr val="FFFFFF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Qué</a:t>
              </a:r>
              <a:r>
                <a:rPr lang="en-US" sz="2255" b="1" spc="-24">
                  <a:solidFill>
                    <a:srgbClr val="FFFFFF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 </a:t>
              </a:r>
              <a:r>
                <a:rPr lang="en-US" sz="2255" b="1" spc="-24" err="1">
                  <a:solidFill>
                    <a:srgbClr val="FFFFFF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vamos</a:t>
              </a:r>
              <a:r>
                <a:rPr lang="en-US" sz="2255" b="1" spc="-24">
                  <a:solidFill>
                    <a:srgbClr val="FFFFFF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 a </a:t>
              </a:r>
              <a:r>
                <a:rPr lang="en-US" sz="2255" b="1" spc="-24" err="1">
                  <a:solidFill>
                    <a:srgbClr val="FFFFFF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ver</a:t>
              </a:r>
              <a:r>
                <a:rPr lang="en-US" sz="2255" b="1" spc="-24">
                  <a:solidFill>
                    <a:srgbClr val="FFFFFF"/>
                  </a:solidFill>
                  <a:latin typeface="IBM Plex Sans Condensed Bold"/>
                  <a:ea typeface="IBM Plex Sans Condensed Bold"/>
                  <a:cs typeface="IBM Plex Sans Condensed Bold"/>
                  <a:sym typeface="IBM Plex Sans Condensed Bold"/>
                </a:rPr>
                <a:t>?</a:t>
              </a:r>
            </a:p>
          </p:txBody>
        </p:sp>
      </p:grp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858B56-51CA-F342-DBA9-38F0F4C5F7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1400" y="4468813"/>
            <a:ext cx="6629400" cy="67468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BLOQUE 1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D4909811-1170-5CAA-6C56-5D185E2176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68430" y="5349592"/>
            <a:ext cx="6629400" cy="67468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BLOQUE 2</a:t>
            </a:r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27719FBB-3B92-5D82-2F64-F470242291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68430" y="6230371"/>
            <a:ext cx="6629400" cy="67468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BLOQUE 3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0B63B111-C69F-D168-6C9F-85D5D9368D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9506" y="7111150"/>
            <a:ext cx="6629400" cy="67468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BLOQUE 4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EC234103-747A-9578-9DB5-6B53A5F9A8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9506" y="7991928"/>
            <a:ext cx="6629400" cy="67468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443795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oq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8">
            <a:extLst>
              <a:ext uri="{FF2B5EF4-FFF2-40B4-BE49-F238E27FC236}">
                <a16:creationId xmlns:a16="http://schemas.microsoft.com/office/drawing/2014/main" id="{AEBD0B7C-3CF4-9E82-E300-0B897CF266BE}"/>
              </a:ext>
            </a:extLst>
          </p:cNvPr>
          <p:cNvSpPr txBox="1"/>
          <p:nvPr/>
        </p:nvSpPr>
        <p:spPr>
          <a:xfrm>
            <a:off x="2433646" y="4235500"/>
            <a:ext cx="675356" cy="82001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57"/>
              </a:lnSpc>
            </a:pPr>
            <a:endParaRPr lang="en-US" sz="2255" b="1" spc="-24">
              <a:solidFill>
                <a:srgbClr val="424242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23" name="Freeform 32">
            <a:extLst>
              <a:ext uri="{FF2B5EF4-FFF2-40B4-BE49-F238E27FC236}">
                <a16:creationId xmlns:a16="http://schemas.microsoft.com/office/drawing/2014/main" id="{0165B46C-3D70-59C3-31FC-D170097D4E20}"/>
              </a:ext>
            </a:extLst>
          </p:cNvPr>
          <p:cNvSpPr/>
          <p:nvPr/>
        </p:nvSpPr>
        <p:spPr>
          <a:xfrm>
            <a:off x="685800" y="1060820"/>
            <a:ext cx="3320536" cy="729880"/>
          </a:xfrm>
          <a:custGeom>
            <a:avLst/>
            <a:gdLst/>
            <a:ahLst/>
            <a:cxnLst/>
            <a:rect l="l" t="t" r="r" b="b"/>
            <a:pathLst>
              <a:path w="1556200" h="342065">
                <a:moveTo>
                  <a:pt x="1353000" y="0"/>
                </a:moveTo>
                <a:cubicBezTo>
                  <a:pt x="1465225" y="0"/>
                  <a:pt x="1556200" y="76574"/>
                  <a:pt x="1556200" y="171033"/>
                </a:cubicBezTo>
                <a:cubicBezTo>
                  <a:pt x="1556200" y="265491"/>
                  <a:pt x="1465225" y="342065"/>
                  <a:pt x="1353000" y="342065"/>
                </a:cubicBezTo>
                <a:lnTo>
                  <a:pt x="203200" y="342065"/>
                </a:lnTo>
                <a:cubicBezTo>
                  <a:pt x="90976" y="342065"/>
                  <a:pt x="0" y="265491"/>
                  <a:pt x="0" y="171033"/>
                </a:cubicBezTo>
                <a:cubicBezTo>
                  <a:pt x="0" y="76574"/>
                  <a:pt x="90976" y="0"/>
                  <a:pt x="203200" y="0"/>
                </a:cubicBezTo>
                <a:close/>
              </a:path>
            </a:pathLst>
          </a:custGeom>
          <a:solidFill>
            <a:srgbClr val="FF0079"/>
          </a:solidFill>
        </p:spPr>
        <p:txBody>
          <a:bodyPr/>
          <a:lstStyle/>
          <a:p>
            <a:endParaRPr lang="es-ES"/>
          </a:p>
        </p:txBody>
      </p:sp>
      <p:grpSp>
        <p:nvGrpSpPr>
          <p:cNvPr id="3" name="Group 31">
            <a:extLst>
              <a:ext uri="{FF2B5EF4-FFF2-40B4-BE49-F238E27FC236}">
                <a16:creationId xmlns:a16="http://schemas.microsoft.com/office/drawing/2014/main" id="{47E20653-0CB6-8048-0EA3-04448957A2D3}"/>
              </a:ext>
            </a:extLst>
          </p:cNvPr>
          <p:cNvGrpSpPr/>
          <p:nvPr userDrawn="1"/>
        </p:nvGrpSpPr>
        <p:grpSpPr>
          <a:xfrm>
            <a:off x="3200400" y="979524"/>
            <a:ext cx="3320536" cy="811176"/>
            <a:chOff x="0" y="176172"/>
            <a:chExt cx="1556200" cy="380165"/>
          </a:xfrm>
        </p:grpSpPr>
        <p:sp>
          <p:nvSpPr>
            <p:cNvPr id="4" name="Freeform 32">
              <a:extLst>
                <a:ext uri="{FF2B5EF4-FFF2-40B4-BE49-F238E27FC236}">
                  <a16:creationId xmlns:a16="http://schemas.microsoft.com/office/drawing/2014/main" id="{E3D42508-0A63-2755-FB59-699D382D4F06}"/>
                </a:ext>
              </a:extLst>
            </p:cNvPr>
            <p:cNvSpPr/>
            <p:nvPr/>
          </p:nvSpPr>
          <p:spPr>
            <a:xfrm>
              <a:off x="0" y="214272"/>
              <a:ext cx="1556200" cy="342065"/>
            </a:xfrm>
            <a:custGeom>
              <a:avLst/>
              <a:gdLst/>
              <a:ahLst/>
              <a:cxnLst/>
              <a:rect l="l" t="t" r="r" b="b"/>
              <a:pathLst>
                <a:path w="1556200" h="342065">
                  <a:moveTo>
                    <a:pt x="1353000" y="0"/>
                  </a:moveTo>
                  <a:cubicBezTo>
                    <a:pt x="1465225" y="0"/>
                    <a:pt x="1556200" y="76574"/>
                    <a:pt x="1556200" y="171033"/>
                  </a:cubicBezTo>
                  <a:cubicBezTo>
                    <a:pt x="1556200" y="265491"/>
                    <a:pt x="1465225" y="342065"/>
                    <a:pt x="1353000" y="342065"/>
                  </a:cubicBezTo>
                  <a:lnTo>
                    <a:pt x="203200" y="342065"/>
                  </a:lnTo>
                  <a:cubicBezTo>
                    <a:pt x="90976" y="342065"/>
                    <a:pt x="0" y="265491"/>
                    <a:pt x="0" y="171033"/>
                  </a:cubicBezTo>
                  <a:cubicBezTo>
                    <a:pt x="0" y="76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7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33">
              <a:extLst>
                <a:ext uri="{FF2B5EF4-FFF2-40B4-BE49-F238E27FC236}">
                  <a16:creationId xmlns:a16="http://schemas.microsoft.com/office/drawing/2014/main" id="{817CE331-4AB6-F69F-86CF-C851A1F69607}"/>
                </a:ext>
              </a:extLst>
            </p:cNvPr>
            <p:cNvSpPr txBox="1"/>
            <p:nvPr/>
          </p:nvSpPr>
          <p:spPr>
            <a:xfrm>
              <a:off x="0" y="176172"/>
              <a:ext cx="1556200" cy="38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endParaRPr>
            </a:p>
          </p:txBody>
        </p:sp>
      </p:grpSp>
      <p:grpSp>
        <p:nvGrpSpPr>
          <p:cNvPr id="21" name="Group 31">
            <a:extLst>
              <a:ext uri="{FF2B5EF4-FFF2-40B4-BE49-F238E27FC236}">
                <a16:creationId xmlns:a16="http://schemas.microsoft.com/office/drawing/2014/main" id="{EAC1BE7A-DB72-64FD-2E5A-3D05B2B9E90B}"/>
              </a:ext>
            </a:extLst>
          </p:cNvPr>
          <p:cNvGrpSpPr/>
          <p:nvPr userDrawn="1"/>
        </p:nvGrpSpPr>
        <p:grpSpPr>
          <a:xfrm>
            <a:off x="4953000" y="979524"/>
            <a:ext cx="3320536" cy="811176"/>
            <a:chOff x="0" y="176172"/>
            <a:chExt cx="1556200" cy="380165"/>
          </a:xfrm>
        </p:grpSpPr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B03FEA1F-503F-6188-DDBF-1761750F384A}"/>
                </a:ext>
              </a:extLst>
            </p:cNvPr>
            <p:cNvSpPr/>
            <p:nvPr/>
          </p:nvSpPr>
          <p:spPr>
            <a:xfrm>
              <a:off x="0" y="214272"/>
              <a:ext cx="1556200" cy="342065"/>
            </a:xfrm>
            <a:custGeom>
              <a:avLst/>
              <a:gdLst/>
              <a:ahLst/>
              <a:cxnLst/>
              <a:rect l="l" t="t" r="r" b="b"/>
              <a:pathLst>
                <a:path w="1556200" h="342065">
                  <a:moveTo>
                    <a:pt x="1353000" y="0"/>
                  </a:moveTo>
                  <a:cubicBezTo>
                    <a:pt x="1465225" y="0"/>
                    <a:pt x="1556200" y="76574"/>
                    <a:pt x="1556200" y="171033"/>
                  </a:cubicBezTo>
                  <a:cubicBezTo>
                    <a:pt x="1556200" y="265491"/>
                    <a:pt x="1465225" y="342065"/>
                    <a:pt x="1353000" y="342065"/>
                  </a:cubicBezTo>
                  <a:lnTo>
                    <a:pt x="203200" y="342065"/>
                  </a:lnTo>
                  <a:cubicBezTo>
                    <a:pt x="90976" y="342065"/>
                    <a:pt x="0" y="265491"/>
                    <a:pt x="0" y="171033"/>
                  </a:cubicBezTo>
                  <a:cubicBezTo>
                    <a:pt x="0" y="76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7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TextBox 33">
              <a:extLst>
                <a:ext uri="{FF2B5EF4-FFF2-40B4-BE49-F238E27FC236}">
                  <a16:creationId xmlns:a16="http://schemas.microsoft.com/office/drawing/2014/main" id="{0E8C1490-23E4-523F-1D86-D2682EDCE3B7}"/>
                </a:ext>
              </a:extLst>
            </p:cNvPr>
            <p:cNvSpPr txBox="1"/>
            <p:nvPr/>
          </p:nvSpPr>
          <p:spPr>
            <a:xfrm>
              <a:off x="0" y="176172"/>
              <a:ext cx="1556200" cy="38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endParaRPr>
            </a:p>
          </p:txBody>
        </p:sp>
      </p:grp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399B54C-5A14-0CBA-7AAE-6A2FE6DC22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1104900"/>
            <a:ext cx="6781800" cy="631952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BLOQUE 1</a:t>
            </a:r>
          </a:p>
        </p:txBody>
      </p:sp>
    </p:spTree>
    <p:extLst>
      <p:ext uri="{BB962C8B-B14F-4D97-AF65-F5344CB8AC3E}">
        <p14:creationId xmlns:p14="http://schemas.microsoft.com/office/powerpoint/2010/main" val="10344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oque 1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84A62D0-6C61-9D4B-073B-4710A5A43099}"/>
              </a:ext>
            </a:extLst>
          </p:cNvPr>
          <p:cNvSpPr/>
          <p:nvPr userDrawn="1"/>
        </p:nvSpPr>
        <p:spPr>
          <a:xfrm>
            <a:off x="-762000" y="-266700"/>
            <a:ext cx="19735800" cy="11049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AEBD0B7C-3CF4-9E82-E300-0B897CF266BE}"/>
              </a:ext>
            </a:extLst>
          </p:cNvPr>
          <p:cNvSpPr txBox="1"/>
          <p:nvPr/>
        </p:nvSpPr>
        <p:spPr>
          <a:xfrm>
            <a:off x="2433646" y="4235500"/>
            <a:ext cx="675356" cy="82001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57"/>
              </a:lnSpc>
            </a:pPr>
            <a:endParaRPr lang="en-US" sz="2255" b="1" spc="-24">
              <a:solidFill>
                <a:srgbClr val="424242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27430946-A1CC-4377-43D3-03AE934E58C9}"/>
              </a:ext>
            </a:extLst>
          </p:cNvPr>
          <p:cNvSpPr/>
          <p:nvPr userDrawn="1"/>
        </p:nvSpPr>
        <p:spPr>
          <a:xfrm>
            <a:off x="781223" y="1386286"/>
            <a:ext cx="13881970" cy="0"/>
          </a:xfrm>
          <a:prstGeom prst="line">
            <a:avLst/>
          </a:prstGeom>
          <a:ln w="9525" cap="flat">
            <a:solidFill>
              <a:srgbClr val="ADAD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23" name="Freeform 32">
            <a:extLst>
              <a:ext uri="{FF2B5EF4-FFF2-40B4-BE49-F238E27FC236}">
                <a16:creationId xmlns:a16="http://schemas.microsoft.com/office/drawing/2014/main" id="{0165B46C-3D70-59C3-31FC-D170097D4E20}"/>
              </a:ext>
            </a:extLst>
          </p:cNvPr>
          <p:cNvSpPr/>
          <p:nvPr/>
        </p:nvSpPr>
        <p:spPr>
          <a:xfrm>
            <a:off x="685800" y="1060820"/>
            <a:ext cx="3320536" cy="729880"/>
          </a:xfrm>
          <a:custGeom>
            <a:avLst/>
            <a:gdLst/>
            <a:ahLst/>
            <a:cxnLst/>
            <a:rect l="l" t="t" r="r" b="b"/>
            <a:pathLst>
              <a:path w="1556200" h="342065">
                <a:moveTo>
                  <a:pt x="1353000" y="0"/>
                </a:moveTo>
                <a:cubicBezTo>
                  <a:pt x="1465225" y="0"/>
                  <a:pt x="1556200" y="76574"/>
                  <a:pt x="1556200" y="171033"/>
                </a:cubicBezTo>
                <a:cubicBezTo>
                  <a:pt x="1556200" y="265491"/>
                  <a:pt x="1465225" y="342065"/>
                  <a:pt x="1353000" y="342065"/>
                </a:cubicBezTo>
                <a:lnTo>
                  <a:pt x="203200" y="342065"/>
                </a:lnTo>
                <a:cubicBezTo>
                  <a:pt x="90976" y="342065"/>
                  <a:pt x="0" y="265491"/>
                  <a:pt x="0" y="171033"/>
                </a:cubicBezTo>
                <a:cubicBezTo>
                  <a:pt x="0" y="76574"/>
                  <a:pt x="90976" y="0"/>
                  <a:pt x="203200" y="0"/>
                </a:cubicBezTo>
                <a:close/>
              </a:path>
            </a:pathLst>
          </a:custGeom>
          <a:solidFill>
            <a:srgbClr val="FF0079"/>
          </a:solidFill>
        </p:spPr>
        <p:txBody>
          <a:bodyPr/>
          <a:lstStyle/>
          <a:p>
            <a:endParaRPr lang="es-ES"/>
          </a:p>
        </p:txBody>
      </p:sp>
      <p:grpSp>
        <p:nvGrpSpPr>
          <p:cNvPr id="3" name="Group 31">
            <a:extLst>
              <a:ext uri="{FF2B5EF4-FFF2-40B4-BE49-F238E27FC236}">
                <a16:creationId xmlns:a16="http://schemas.microsoft.com/office/drawing/2014/main" id="{47E20653-0CB6-8048-0EA3-04448957A2D3}"/>
              </a:ext>
            </a:extLst>
          </p:cNvPr>
          <p:cNvGrpSpPr/>
          <p:nvPr userDrawn="1"/>
        </p:nvGrpSpPr>
        <p:grpSpPr>
          <a:xfrm>
            <a:off x="3200400" y="979524"/>
            <a:ext cx="3320536" cy="811176"/>
            <a:chOff x="0" y="176172"/>
            <a:chExt cx="1556200" cy="380165"/>
          </a:xfrm>
        </p:grpSpPr>
        <p:sp>
          <p:nvSpPr>
            <p:cNvPr id="4" name="Freeform 32">
              <a:extLst>
                <a:ext uri="{FF2B5EF4-FFF2-40B4-BE49-F238E27FC236}">
                  <a16:creationId xmlns:a16="http://schemas.microsoft.com/office/drawing/2014/main" id="{E3D42508-0A63-2755-FB59-699D382D4F06}"/>
                </a:ext>
              </a:extLst>
            </p:cNvPr>
            <p:cNvSpPr/>
            <p:nvPr/>
          </p:nvSpPr>
          <p:spPr>
            <a:xfrm>
              <a:off x="0" y="214272"/>
              <a:ext cx="1556200" cy="342065"/>
            </a:xfrm>
            <a:custGeom>
              <a:avLst/>
              <a:gdLst/>
              <a:ahLst/>
              <a:cxnLst/>
              <a:rect l="l" t="t" r="r" b="b"/>
              <a:pathLst>
                <a:path w="1556200" h="342065">
                  <a:moveTo>
                    <a:pt x="1353000" y="0"/>
                  </a:moveTo>
                  <a:cubicBezTo>
                    <a:pt x="1465225" y="0"/>
                    <a:pt x="1556200" y="76574"/>
                    <a:pt x="1556200" y="171033"/>
                  </a:cubicBezTo>
                  <a:cubicBezTo>
                    <a:pt x="1556200" y="265491"/>
                    <a:pt x="1465225" y="342065"/>
                    <a:pt x="1353000" y="342065"/>
                  </a:cubicBezTo>
                  <a:lnTo>
                    <a:pt x="203200" y="342065"/>
                  </a:lnTo>
                  <a:cubicBezTo>
                    <a:pt x="90976" y="342065"/>
                    <a:pt x="0" y="265491"/>
                    <a:pt x="0" y="171033"/>
                  </a:cubicBezTo>
                  <a:cubicBezTo>
                    <a:pt x="0" y="76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7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33">
              <a:extLst>
                <a:ext uri="{FF2B5EF4-FFF2-40B4-BE49-F238E27FC236}">
                  <a16:creationId xmlns:a16="http://schemas.microsoft.com/office/drawing/2014/main" id="{817CE331-4AB6-F69F-86CF-C851A1F69607}"/>
                </a:ext>
              </a:extLst>
            </p:cNvPr>
            <p:cNvSpPr txBox="1"/>
            <p:nvPr/>
          </p:nvSpPr>
          <p:spPr>
            <a:xfrm>
              <a:off x="0" y="176172"/>
              <a:ext cx="1556200" cy="38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endParaRPr>
            </a:p>
          </p:txBody>
        </p:sp>
      </p:grpSp>
      <p:grpSp>
        <p:nvGrpSpPr>
          <p:cNvPr id="21" name="Group 31">
            <a:extLst>
              <a:ext uri="{FF2B5EF4-FFF2-40B4-BE49-F238E27FC236}">
                <a16:creationId xmlns:a16="http://schemas.microsoft.com/office/drawing/2014/main" id="{EAC1BE7A-DB72-64FD-2E5A-3D05B2B9E90B}"/>
              </a:ext>
            </a:extLst>
          </p:cNvPr>
          <p:cNvGrpSpPr/>
          <p:nvPr userDrawn="1"/>
        </p:nvGrpSpPr>
        <p:grpSpPr>
          <a:xfrm>
            <a:off x="4953000" y="979524"/>
            <a:ext cx="3320536" cy="811176"/>
            <a:chOff x="0" y="176172"/>
            <a:chExt cx="1556200" cy="380165"/>
          </a:xfrm>
        </p:grpSpPr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B03FEA1F-503F-6188-DDBF-1761750F384A}"/>
                </a:ext>
              </a:extLst>
            </p:cNvPr>
            <p:cNvSpPr/>
            <p:nvPr/>
          </p:nvSpPr>
          <p:spPr>
            <a:xfrm>
              <a:off x="0" y="214272"/>
              <a:ext cx="1556200" cy="342065"/>
            </a:xfrm>
            <a:custGeom>
              <a:avLst/>
              <a:gdLst/>
              <a:ahLst/>
              <a:cxnLst/>
              <a:rect l="l" t="t" r="r" b="b"/>
              <a:pathLst>
                <a:path w="1556200" h="342065">
                  <a:moveTo>
                    <a:pt x="1353000" y="0"/>
                  </a:moveTo>
                  <a:cubicBezTo>
                    <a:pt x="1465225" y="0"/>
                    <a:pt x="1556200" y="76574"/>
                    <a:pt x="1556200" y="171033"/>
                  </a:cubicBezTo>
                  <a:cubicBezTo>
                    <a:pt x="1556200" y="265491"/>
                    <a:pt x="1465225" y="342065"/>
                    <a:pt x="1353000" y="342065"/>
                  </a:cubicBezTo>
                  <a:lnTo>
                    <a:pt x="203200" y="342065"/>
                  </a:lnTo>
                  <a:cubicBezTo>
                    <a:pt x="90976" y="342065"/>
                    <a:pt x="0" y="265491"/>
                    <a:pt x="0" y="171033"/>
                  </a:cubicBezTo>
                  <a:cubicBezTo>
                    <a:pt x="0" y="76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7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TextBox 33">
              <a:extLst>
                <a:ext uri="{FF2B5EF4-FFF2-40B4-BE49-F238E27FC236}">
                  <a16:creationId xmlns:a16="http://schemas.microsoft.com/office/drawing/2014/main" id="{0E8C1490-23E4-523F-1D86-D2682EDCE3B7}"/>
                </a:ext>
              </a:extLst>
            </p:cNvPr>
            <p:cNvSpPr txBox="1"/>
            <p:nvPr/>
          </p:nvSpPr>
          <p:spPr>
            <a:xfrm>
              <a:off x="0" y="176172"/>
              <a:ext cx="1556200" cy="38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endParaRPr>
            </a:p>
          </p:txBody>
        </p:sp>
      </p:grp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399B54C-5A14-0CBA-7AAE-6A2FE6DC22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1104900"/>
            <a:ext cx="6781800" cy="631952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BLOQUE 1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3405C021-76EF-DC8A-2FB5-7F053C68827C}"/>
              </a:ext>
            </a:extLst>
          </p:cNvPr>
          <p:cNvSpPr/>
          <p:nvPr userDrawn="1"/>
        </p:nvSpPr>
        <p:spPr>
          <a:xfrm>
            <a:off x="16817117" y="972347"/>
            <a:ext cx="710926" cy="818353"/>
          </a:xfrm>
          <a:custGeom>
            <a:avLst/>
            <a:gdLst/>
            <a:ahLst/>
            <a:cxnLst/>
            <a:rect l="l" t="t" r="r" b="b"/>
            <a:pathLst>
              <a:path w="710926" h="818353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20" r="-720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A3965CF7-79CF-F261-394C-041634BFCCD4}"/>
              </a:ext>
            </a:extLst>
          </p:cNvPr>
          <p:cNvSpPr/>
          <p:nvPr userDrawn="1"/>
        </p:nvSpPr>
        <p:spPr>
          <a:xfrm flipV="1">
            <a:off x="781222" y="9525040"/>
            <a:ext cx="16746822" cy="0"/>
          </a:xfrm>
          <a:prstGeom prst="line">
            <a:avLst/>
          </a:prstGeom>
          <a:ln w="9525" cap="flat">
            <a:solidFill>
              <a:srgbClr val="ADAD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38C71098-3B62-5AC0-0AFA-DD437A11DCBE}"/>
              </a:ext>
            </a:extLst>
          </p:cNvPr>
          <p:cNvSpPr txBox="1"/>
          <p:nvPr userDrawn="1"/>
        </p:nvSpPr>
        <p:spPr>
          <a:xfrm>
            <a:off x="14981708" y="1216145"/>
            <a:ext cx="1715604" cy="28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1"/>
              </a:lnSpc>
            </a:pPr>
            <a:r>
              <a:rPr lang="en-US" sz="1643" b="1">
                <a:solidFill>
                  <a:schemeClr val="tx1">
                    <a:lumMod val="75000"/>
                    <a:lumOff val="2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&lt;</a:t>
            </a:r>
            <a:r>
              <a:rPr lang="en-US" sz="1643" b="1" err="1">
                <a:solidFill>
                  <a:schemeClr val="tx1">
                    <a:lumMod val="75000"/>
                    <a:lumOff val="2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NetCoreConf</a:t>
            </a:r>
            <a:r>
              <a:rPr lang="en-US" sz="1643" b="1">
                <a:solidFill>
                  <a:schemeClr val="tx1">
                    <a:lumMod val="75000"/>
                    <a:lumOff val="2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/&gt;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BB329CA-E154-C23B-2131-B4AE040FBE97}"/>
              </a:ext>
            </a:extLst>
          </p:cNvPr>
          <p:cNvSpPr txBox="1"/>
          <p:nvPr userDrawn="1"/>
        </p:nvSpPr>
        <p:spPr>
          <a:xfrm>
            <a:off x="14877799" y="1548610"/>
            <a:ext cx="1715604" cy="230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1"/>
              </a:lnSpc>
            </a:pPr>
            <a:r>
              <a:rPr lang="en-US" sz="1343">
                <a:solidFill>
                  <a:schemeClr val="tx1">
                    <a:lumMod val="75000"/>
                    <a:lumOff val="2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Barcelona ‘25</a:t>
            </a:r>
          </a:p>
        </p:txBody>
      </p:sp>
    </p:spTree>
    <p:extLst>
      <p:ext uri="{BB962C8B-B14F-4D97-AF65-F5344CB8AC3E}">
        <p14:creationId xmlns:p14="http://schemas.microsoft.com/office/powerpoint/2010/main" val="2728940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oque 1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84A62D0-6C61-9D4B-073B-4710A5A43099}"/>
              </a:ext>
            </a:extLst>
          </p:cNvPr>
          <p:cNvSpPr/>
          <p:nvPr userDrawn="1"/>
        </p:nvSpPr>
        <p:spPr>
          <a:xfrm>
            <a:off x="-762000" y="-266700"/>
            <a:ext cx="19735800" cy="11049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AEBD0B7C-3CF4-9E82-E300-0B897CF266BE}"/>
              </a:ext>
            </a:extLst>
          </p:cNvPr>
          <p:cNvSpPr txBox="1"/>
          <p:nvPr/>
        </p:nvSpPr>
        <p:spPr>
          <a:xfrm>
            <a:off x="2433646" y="4235500"/>
            <a:ext cx="675356" cy="82001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57"/>
              </a:lnSpc>
            </a:pPr>
            <a:endParaRPr lang="en-US" sz="2255" b="1" spc="-24">
              <a:solidFill>
                <a:srgbClr val="424242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27430946-A1CC-4377-43D3-03AE934E58C9}"/>
              </a:ext>
            </a:extLst>
          </p:cNvPr>
          <p:cNvSpPr/>
          <p:nvPr userDrawn="1"/>
        </p:nvSpPr>
        <p:spPr>
          <a:xfrm>
            <a:off x="781223" y="1386286"/>
            <a:ext cx="13881970" cy="0"/>
          </a:xfrm>
          <a:prstGeom prst="line">
            <a:avLst/>
          </a:prstGeom>
          <a:ln w="9525" cap="flat">
            <a:solidFill>
              <a:srgbClr val="ADAD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3405C021-76EF-DC8A-2FB5-7F053C68827C}"/>
              </a:ext>
            </a:extLst>
          </p:cNvPr>
          <p:cNvSpPr/>
          <p:nvPr userDrawn="1"/>
        </p:nvSpPr>
        <p:spPr>
          <a:xfrm>
            <a:off x="16817117" y="972347"/>
            <a:ext cx="710926" cy="818353"/>
          </a:xfrm>
          <a:custGeom>
            <a:avLst/>
            <a:gdLst/>
            <a:ahLst/>
            <a:cxnLst/>
            <a:rect l="l" t="t" r="r" b="b"/>
            <a:pathLst>
              <a:path w="710926" h="818353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20" r="-720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A3965CF7-79CF-F261-394C-041634BFCCD4}"/>
              </a:ext>
            </a:extLst>
          </p:cNvPr>
          <p:cNvSpPr/>
          <p:nvPr userDrawn="1"/>
        </p:nvSpPr>
        <p:spPr>
          <a:xfrm flipV="1">
            <a:off x="781222" y="9525040"/>
            <a:ext cx="16746822" cy="0"/>
          </a:xfrm>
          <a:prstGeom prst="line">
            <a:avLst/>
          </a:prstGeom>
          <a:ln w="9525" cap="flat">
            <a:solidFill>
              <a:srgbClr val="ADAD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38C71098-3B62-5AC0-0AFA-DD437A11DCBE}"/>
              </a:ext>
            </a:extLst>
          </p:cNvPr>
          <p:cNvSpPr txBox="1"/>
          <p:nvPr userDrawn="1"/>
        </p:nvSpPr>
        <p:spPr>
          <a:xfrm>
            <a:off x="14981708" y="1216145"/>
            <a:ext cx="1715604" cy="28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1"/>
              </a:lnSpc>
            </a:pPr>
            <a:r>
              <a:rPr lang="en-US" sz="1643" b="1">
                <a:solidFill>
                  <a:schemeClr val="tx1">
                    <a:lumMod val="75000"/>
                    <a:lumOff val="2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&lt;</a:t>
            </a:r>
            <a:r>
              <a:rPr lang="en-US" sz="1643" b="1" err="1">
                <a:solidFill>
                  <a:schemeClr val="tx1">
                    <a:lumMod val="75000"/>
                    <a:lumOff val="2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NetCoreConf</a:t>
            </a:r>
            <a:r>
              <a:rPr lang="en-US" sz="1643" b="1">
                <a:solidFill>
                  <a:schemeClr val="tx1">
                    <a:lumMod val="75000"/>
                    <a:lumOff val="2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/&gt;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BB329CA-E154-C23B-2131-B4AE040FBE97}"/>
              </a:ext>
            </a:extLst>
          </p:cNvPr>
          <p:cNvSpPr txBox="1"/>
          <p:nvPr userDrawn="1"/>
        </p:nvSpPr>
        <p:spPr>
          <a:xfrm>
            <a:off x="14877799" y="1548610"/>
            <a:ext cx="1715604" cy="230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1"/>
              </a:lnSpc>
            </a:pPr>
            <a:r>
              <a:rPr lang="en-US" sz="1343">
                <a:solidFill>
                  <a:schemeClr val="tx1">
                    <a:lumMod val="75000"/>
                    <a:lumOff val="2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Barcelona ‘25</a:t>
            </a:r>
          </a:p>
        </p:txBody>
      </p:sp>
    </p:spTree>
    <p:extLst>
      <p:ext uri="{BB962C8B-B14F-4D97-AF65-F5344CB8AC3E}">
        <p14:creationId xmlns:p14="http://schemas.microsoft.com/office/powerpoint/2010/main" val="1316140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oq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8">
            <a:extLst>
              <a:ext uri="{FF2B5EF4-FFF2-40B4-BE49-F238E27FC236}">
                <a16:creationId xmlns:a16="http://schemas.microsoft.com/office/drawing/2014/main" id="{AEBD0B7C-3CF4-9E82-E300-0B897CF266BE}"/>
              </a:ext>
            </a:extLst>
          </p:cNvPr>
          <p:cNvSpPr txBox="1"/>
          <p:nvPr/>
        </p:nvSpPr>
        <p:spPr>
          <a:xfrm>
            <a:off x="2433646" y="4235500"/>
            <a:ext cx="675356" cy="82001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57"/>
              </a:lnSpc>
            </a:pPr>
            <a:endParaRPr lang="en-US" sz="2255" b="1" spc="-24">
              <a:solidFill>
                <a:srgbClr val="424242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23" name="Freeform 32">
            <a:extLst>
              <a:ext uri="{FF2B5EF4-FFF2-40B4-BE49-F238E27FC236}">
                <a16:creationId xmlns:a16="http://schemas.microsoft.com/office/drawing/2014/main" id="{0165B46C-3D70-59C3-31FC-D170097D4E20}"/>
              </a:ext>
            </a:extLst>
          </p:cNvPr>
          <p:cNvSpPr/>
          <p:nvPr/>
        </p:nvSpPr>
        <p:spPr>
          <a:xfrm>
            <a:off x="685800" y="1060820"/>
            <a:ext cx="3320536" cy="729880"/>
          </a:xfrm>
          <a:custGeom>
            <a:avLst/>
            <a:gdLst/>
            <a:ahLst/>
            <a:cxnLst/>
            <a:rect l="l" t="t" r="r" b="b"/>
            <a:pathLst>
              <a:path w="1556200" h="342065">
                <a:moveTo>
                  <a:pt x="1353000" y="0"/>
                </a:moveTo>
                <a:cubicBezTo>
                  <a:pt x="1465225" y="0"/>
                  <a:pt x="1556200" y="76574"/>
                  <a:pt x="1556200" y="171033"/>
                </a:cubicBezTo>
                <a:cubicBezTo>
                  <a:pt x="1556200" y="265491"/>
                  <a:pt x="1465225" y="342065"/>
                  <a:pt x="1353000" y="342065"/>
                </a:cubicBezTo>
                <a:lnTo>
                  <a:pt x="203200" y="342065"/>
                </a:lnTo>
                <a:cubicBezTo>
                  <a:pt x="90976" y="342065"/>
                  <a:pt x="0" y="265491"/>
                  <a:pt x="0" y="171033"/>
                </a:cubicBezTo>
                <a:cubicBezTo>
                  <a:pt x="0" y="76574"/>
                  <a:pt x="90976" y="0"/>
                  <a:pt x="203200" y="0"/>
                </a:cubicBezTo>
                <a:close/>
              </a:path>
            </a:pathLst>
          </a:custGeom>
          <a:solidFill>
            <a:srgbClr val="FF0079"/>
          </a:solidFill>
        </p:spPr>
        <p:txBody>
          <a:bodyPr/>
          <a:lstStyle/>
          <a:p>
            <a:endParaRPr lang="es-ES"/>
          </a:p>
        </p:txBody>
      </p:sp>
      <p:grpSp>
        <p:nvGrpSpPr>
          <p:cNvPr id="3" name="Group 31">
            <a:extLst>
              <a:ext uri="{FF2B5EF4-FFF2-40B4-BE49-F238E27FC236}">
                <a16:creationId xmlns:a16="http://schemas.microsoft.com/office/drawing/2014/main" id="{47E20653-0CB6-8048-0EA3-04448957A2D3}"/>
              </a:ext>
            </a:extLst>
          </p:cNvPr>
          <p:cNvGrpSpPr/>
          <p:nvPr userDrawn="1"/>
        </p:nvGrpSpPr>
        <p:grpSpPr>
          <a:xfrm>
            <a:off x="3232664" y="979524"/>
            <a:ext cx="3320536" cy="811176"/>
            <a:chOff x="0" y="176172"/>
            <a:chExt cx="1556200" cy="380165"/>
          </a:xfrm>
        </p:grpSpPr>
        <p:sp>
          <p:nvSpPr>
            <p:cNvPr id="4" name="Freeform 32">
              <a:extLst>
                <a:ext uri="{FF2B5EF4-FFF2-40B4-BE49-F238E27FC236}">
                  <a16:creationId xmlns:a16="http://schemas.microsoft.com/office/drawing/2014/main" id="{E3D42508-0A63-2755-FB59-699D382D4F06}"/>
                </a:ext>
              </a:extLst>
            </p:cNvPr>
            <p:cNvSpPr/>
            <p:nvPr/>
          </p:nvSpPr>
          <p:spPr>
            <a:xfrm>
              <a:off x="0" y="214272"/>
              <a:ext cx="1556200" cy="342065"/>
            </a:xfrm>
            <a:custGeom>
              <a:avLst/>
              <a:gdLst/>
              <a:ahLst/>
              <a:cxnLst/>
              <a:rect l="l" t="t" r="r" b="b"/>
              <a:pathLst>
                <a:path w="1556200" h="342065">
                  <a:moveTo>
                    <a:pt x="1353000" y="0"/>
                  </a:moveTo>
                  <a:cubicBezTo>
                    <a:pt x="1465225" y="0"/>
                    <a:pt x="1556200" y="76574"/>
                    <a:pt x="1556200" y="171033"/>
                  </a:cubicBezTo>
                  <a:cubicBezTo>
                    <a:pt x="1556200" y="265491"/>
                    <a:pt x="1465225" y="342065"/>
                    <a:pt x="1353000" y="342065"/>
                  </a:cubicBezTo>
                  <a:lnTo>
                    <a:pt x="203200" y="342065"/>
                  </a:lnTo>
                  <a:cubicBezTo>
                    <a:pt x="90976" y="342065"/>
                    <a:pt x="0" y="265491"/>
                    <a:pt x="0" y="171033"/>
                  </a:cubicBezTo>
                  <a:cubicBezTo>
                    <a:pt x="0" y="76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7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33">
              <a:extLst>
                <a:ext uri="{FF2B5EF4-FFF2-40B4-BE49-F238E27FC236}">
                  <a16:creationId xmlns:a16="http://schemas.microsoft.com/office/drawing/2014/main" id="{817CE331-4AB6-F69F-86CF-C851A1F69607}"/>
                </a:ext>
              </a:extLst>
            </p:cNvPr>
            <p:cNvSpPr txBox="1"/>
            <p:nvPr/>
          </p:nvSpPr>
          <p:spPr>
            <a:xfrm>
              <a:off x="0" y="176172"/>
              <a:ext cx="1556200" cy="38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endParaRPr>
            </a:p>
          </p:txBody>
        </p:sp>
      </p:grpSp>
      <p:grpSp>
        <p:nvGrpSpPr>
          <p:cNvPr id="21" name="Group 31">
            <a:extLst>
              <a:ext uri="{FF2B5EF4-FFF2-40B4-BE49-F238E27FC236}">
                <a16:creationId xmlns:a16="http://schemas.microsoft.com/office/drawing/2014/main" id="{EAC1BE7A-DB72-64FD-2E5A-3D05B2B9E90B}"/>
              </a:ext>
            </a:extLst>
          </p:cNvPr>
          <p:cNvGrpSpPr/>
          <p:nvPr userDrawn="1"/>
        </p:nvGrpSpPr>
        <p:grpSpPr>
          <a:xfrm>
            <a:off x="5823464" y="979524"/>
            <a:ext cx="3320536" cy="811176"/>
            <a:chOff x="0" y="176172"/>
            <a:chExt cx="1556200" cy="380165"/>
          </a:xfrm>
        </p:grpSpPr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B03FEA1F-503F-6188-DDBF-1761750F384A}"/>
                </a:ext>
              </a:extLst>
            </p:cNvPr>
            <p:cNvSpPr/>
            <p:nvPr/>
          </p:nvSpPr>
          <p:spPr>
            <a:xfrm>
              <a:off x="0" y="214272"/>
              <a:ext cx="1556200" cy="342065"/>
            </a:xfrm>
            <a:custGeom>
              <a:avLst/>
              <a:gdLst/>
              <a:ahLst/>
              <a:cxnLst/>
              <a:rect l="l" t="t" r="r" b="b"/>
              <a:pathLst>
                <a:path w="1556200" h="342065">
                  <a:moveTo>
                    <a:pt x="1353000" y="0"/>
                  </a:moveTo>
                  <a:cubicBezTo>
                    <a:pt x="1465225" y="0"/>
                    <a:pt x="1556200" y="76574"/>
                    <a:pt x="1556200" y="171033"/>
                  </a:cubicBezTo>
                  <a:cubicBezTo>
                    <a:pt x="1556200" y="265491"/>
                    <a:pt x="1465225" y="342065"/>
                    <a:pt x="1353000" y="342065"/>
                  </a:cubicBezTo>
                  <a:lnTo>
                    <a:pt x="203200" y="342065"/>
                  </a:lnTo>
                  <a:cubicBezTo>
                    <a:pt x="90976" y="342065"/>
                    <a:pt x="0" y="265491"/>
                    <a:pt x="0" y="171033"/>
                  </a:cubicBezTo>
                  <a:cubicBezTo>
                    <a:pt x="0" y="76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7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TextBox 33">
              <a:extLst>
                <a:ext uri="{FF2B5EF4-FFF2-40B4-BE49-F238E27FC236}">
                  <a16:creationId xmlns:a16="http://schemas.microsoft.com/office/drawing/2014/main" id="{0E8C1490-23E4-523F-1D86-D2682EDCE3B7}"/>
                </a:ext>
              </a:extLst>
            </p:cNvPr>
            <p:cNvSpPr txBox="1"/>
            <p:nvPr/>
          </p:nvSpPr>
          <p:spPr>
            <a:xfrm>
              <a:off x="0" y="176172"/>
              <a:ext cx="1556200" cy="38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endParaRPr>
            </a:p>
          </p:txBody>
        </p:sp>
      </p:grpSp>
      <p:grpSp>
        <p:nvGrpSpPr>
          <p:cNvPr id="2" name="Group 31">
            <a:extLst>
              <a:ext uri="{FF2B5EF4-FFF2-40B4-BE49-F238E27FC236}">
                <a16:creationId xmlns:a16="http://schemas.microsoft.com/office/drawing/2014/main" id="{B2407A98-3013-A4D3-07E1-9BAF7E20BFF0}"/>
              </a:ext>
            </a:extLst>
          </p:cNvPr>
          <p:cNvGrpSpPr/>
          <p:nvPr userDrawn="1"/>
        </p:nvGrpSpPr>
        <p:grpSpPr>
          <a:xfrm>
            <a:off x="7499864" y="979524"/>
            <a:ext cx="3320536" cy="811176"/>
            <a:chOff x="0" y="176172"/>
            <a:chExt cx="1556200" cy="380165"/>
          </a:xfrm>
        </p:grpSpPr>
        <p:sp>
          <p:nvSpPr>
            <p:cNvPr id="6" name="Freeform 32">
              <a:extLst>
                <a:ext uri="{FF2B5EF4-FFF2-40B4-BE49-F238E27FC236}">
                  <a16:creationId xmlns:a16="http://schemas.microsoft.com/office/drawing/2014/main" id="{A0D97577-573D-756E-251E-3671C2DC0A20}"/>
                </a:ext>
              </a:extLst>
            </p:cNvPr>
            <p:cNvSpPr/>
            <p:nvPr/>
          </p:nvSpPr>
          <p:spPr>
            <a:xfrm>
              <a:off x="0" y="214272"/>
              <a:ext cx="1556200" cy="342065"/>
            </a:xfrm>
            <a:custGeom>
              <a:avLst/>
              <a:gdLst/>
              <a:ahLst/>
              <a:cxnLst/>
              <a:rect l="l" t="t" r="r" b="b"/>
              <a:pathLst>
                <a:path w="1556200" h="342065">
                  <a:moveTo>
                    <a:pt x="1353000" y="0"/>
                  </a:moveTo>
                  <a:cubicBezTo>
                    <a:pt x="1465225" y="0"/>
                    <a:pt x="1556200" y="76574"/>
                    <a:pt x="1556200" y="171033"/>
                  </a:cubicBezTo>
                  <a:cubicBezTo>
                    <a:pt x="1556200" y="265491"/>
                    <a:pt x="1465225" y="342065"/>
                    <a:pt x="1353000" y="342065"/>
                  </a:cubicBezTo>
                  <a:lnTo>
                    <a:pt x="203200" y="342065"/>
                  </a:lnTo>
                  <a:cubicBezTo>
                    <a:pt x="90976" y="342065"/>
                    <a:pt x="0" y="265491"/>
                    <a:pt x="0" y="171033"/>
                  </a:cubicBezTo>
                  <a:cubicBezTo>
                    <a:pt x="0" y="76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7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33">
              <a:extLst>
                <a:ext uri="{FF2B5EF4-FFF2-40B4-BE49-F238E27FC236}">
                  <a16:creationId xmlns:a16="http://schemas.microsoft.com/office/drawing/2014/main" id="{7CA1DB49-9E71-6925-0080-AA6165FA76EB}"/>
                </a:ext>
              </a:extLst>
            </p:cNvPr>
            <p:cNvSpPr txBox="1"/>
            <p:nvPr/>
          </p:nvSpPr>
          <p:spPr>
            <a:xfrm>
              <a:off x="0" y="176172"/>
              <a:ext cx="1556200" cy="38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endParaRPr>
            </a:p>
          </p:txBody>
        </p:sp>
      </p:grpSp>
      <p:sp>
        <p:nvSpPr>
          <p:cNvPr id="8" name="Marcador de texto 5">
            <a:extLst>
              <a:ext uri="{FF2B5EF4-FFF2-40B4-BE49-F238E27FC236}">
                <a16:creationId xmlns:a16="http://schemas.microsoft.com/office/drawing/2014/main" id="{B9433701-5320-2958-63C4-9AE635D32A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1104900"/>
            <a:ext cx="6781800" cy="631952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BLOQUE 2</a:t>
            </a:r>
          </a:p>
        </p:txBody>
      </p:sp>
    </p:spTree>
    <p:extLst>
      <p:ext uri="{BB962C8B-B14F-4D97-AF65-F5344CB8AC3E}">
        <p14:creationId xmlns:p14="http://schemas.microsoft.com/office/powerpoint/2010/main" val="307090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oque 2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84A62D0-6C61-9D4B-073B-4710A5A43099}"/>
              </a:ext>
            </a:extLst>
          </p:cNvPr>
          <p:cNvSpPr/>
          <p:nvPr userDrawn="1"/>
        </p:nvSpPr>
        <p:spPr>
          <a:xfrm>
            <a:off x="-762000" y="-266700"/>
            <a:ext cx="19735800" cy="11049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AEBD0B7C-3CF4-9E82-E300-0B897CF266BE}"/>
              </a:ext>
            </a:extLst>
          </p:cNvPr>
          <p:cNvSpPr txBox="1"/>
          <p:nvPr/>
        </p:nvSpPr>
        <p:spPr>
          <a:xfrm>
            <a:off x="2433646" y="4235500"/>
            <a:ext cx="675356" cy="82001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57"/>
              </a:lnSpc>
            </a:pPr>
            <a:endParaRPr lang="en-US" sz="2255" b="1" spc="-24">
              <a:solidFill>
                <a:srgbClr val="424242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27430946-A1CC-4377-43D3-03AE934E58C9}"/>
              </a:ext>
            </a:extLst>
          </p:cNvPr>
          <p:cNvSpPr/>
          <p:nvPr userDrawn="1"/>
        </p:nvSpPr>
        <p:spPr>
          <a:xfrm>
            <a:off x="781223" y="1386286"/>
            <a:ext cx="13881970" cy="0"/>
          </a:xfrm>
          <a:prstGeom prst="line">
            <a:avLst/>
          </a:prstGeom>
          <a:ln w="9525" cap="flat">
            <a:solidFill>
              <a:srgbClr val="ADAD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23" name="Freeform 32">
            <a:extLst>
              <a:ext uri="{FF2B5EF4-FFF2-40B4-BE49-F238E27FC236}">
                <a16:creationId xmlns:a16="http://schemas.microsoft.com/office/drawing/2014/main" id="{0165B46C-3D70-59C3-31FC-D170097D4E20}"/>
              </a:ext>
            </a:extLst>
          </p:cNvPr>
          <p:cNvSpPr/>
          <p:nvPr/>
        </p:nvSpPr>
        <p:spPr>
          <a:xfrm>
            <a:off x="685800" y="1060820"/>
            <a:ext cx="3320536" cy="729880"/>
          </a:xfrm>
          <a:custGeom>
            <a:avLst/>
            <a:gdLst/>
            <a:ahLst/>
            <a:cxnLst/>
            <a:rect l="l" t="t" r="r" b="b"/>
            <a:pathLst>
              <a:path w="1556200" h="342065">
                <a:moveTo>
                  <a:pt x="1353000" y="0"/>
                </a:moveTo>
                <a:cubicBezTo>
                  <a:pt x="1465225" y="0"/>
                  <a:pt x="1556200" y="76574"/>
                  <a:pt x="1556200" y="171033"/>
                </a:cubicBezTo>
                <a:cubicBezTo>
                  <a:pt x="1556200" y="265491"/>
                  <a:pt x="1465225" y="342065"/>
                  <a:pt x="1353000" y="342065"/>
                </a:cubicBezTo>
                <a:lnTo>
                  <a:pt x="203200" y="342065"/>
                </a:lnTo>
                <a:cubicBezTo>
                  <a:pt x="90976" y="342065"/>
                  <a:pt x="0" y="265491"/>
                  <a:pt x="0" y="171033"/>
                </a:cubicBezTo>
                <a:cubicBezTo>
                  <a:pt x="0" y="76574"/>
                  <a:pt x="90976" y="0"/>
                  <a:pt x="203200" y="0"/>
                </a:cubicBezTo>
                <a:close/>
              </a:path>
            </a:pathLst>
          </a:custGeom>
          <a:solidFill>
            <a:srgbClr val="FF0079"/>
          </a:solidFill>
        </p:spPr>
        <p:txBody>
          <a:bodyPr/>
          <a:lstStyle/>
          <a:p>
            <a:endParaRPr lang="es-ES"/>
          </a:p>
        </p:txBody>
      </p:sp>
      <p:grpSp>
        <p:nvGrpSpPr>
          <p:cNvPr id="3" name="Group 31">
            <a:extLst>
              <a:ext uri="{FF2B5EF4-FFF2-40B4-BE49-F238E27FC236}">
                <a16:creationId xmlns:a16="http://schemas.microsoft.com/office/drawing/2014/main" id="{47E20653-0CB6-8048-0EA3-04448957A2D3}"/>
              </a:ext>
            </a:extLst>
          </p:cNvPr>
          <p:cNvGrpSpPr/>
          <p:nvPr userDrawn="1"/>
        </p:nvGrpSpPr>
        <p:grpSpPr>
          <a:xfrm>
            <a:off x="3200400" y="979524"/>
            <a:ext cx="3320536" cy="811176"/>
            <a:chOff x="0" y="176172"/>
            <a:chExt cx="1556200" cy="380165"/>
          </a:xfrm>
        </p:grpSpPr>
        <p:sp>
          <p:nvSpPr>
            <p:cNvPr id="4" name="Freeform 32">
              <a:extLst>
                <a:ext uri="{FF2B5EF4-FFF2-40B4-BE49-F238E27FC236}">
                  <a16:creationId xmlns:a16="http://schemas.microsoft.com/office/drawing/2014/main" id="{E3D42508-0A63-2755-FB59-699D382D4F06}"/>
                </a:ext>
              </a:extLst>
            </p:cNvPr>
            <p:cNvSpPr/>
            <p:nvPr/>
          </p:nvSpPr>
          <p:spPr>
            <a:xfrm>
              <a:off x="0" y="214272"/>
              <a:ext cx="1556200" cy="342065"/>
            </a:xfrm>
            <a:custGeom>
              <a:avLst/>
              <a:gdLst/>
              <a:ahLst/>
              <a:cxnLst/>
              <a:rect l="l" t="t" r="r" b="b"/>
              <a:pathLst>
                <a:path w="1556200" h="342065">
                  <a:moveTo>
                    <a:pt x="1353000" y="0"/>
                  </a:moveTo>
                  <a:cubicBezTo>
                    <a:pt x="1465225" y="0"/>
                    <a:pt x="1556200" y="76574"/>
                    <a:pt x="1556200" y="171033"/>
                  </a:cubicBezTo>
                  <a:cubicBezTo>
                    <a:pt x="1556200" y="265491"/>
                    <a:pt x="1465225" y="342065"/>
                    <a:pt x="1353000" y="342065"/>
                  </a:cubicBezTo>
                  <a:lnTo>
                    <a:pt x="203200" y="342065"/>
                  </a:lnTo>
                  <a:cubicBezTo>
                    <a:pt x="90976" y="342065"/>
                    <a:pt x="0" y="265491"/>
                    <a:pt x="0" y="171033"/>
                  </a:cubicBezTo>
                  <a:cubicBezTo>
                    <a:pt x="0" y="76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7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33">
              <a:extLst>
                <a:ext uri="{FF2B5EF4-FFF2-40B4-BE49-F238E27FC236}">
                  <a16:creationId xmlns:a16="http://schemas.microsoft.com/office/drawing/2014/main" id="{817CE331-4AB6-F69F-86CF-C851A1F69607}"/>
                </a:ext>
              </a:extLst>
            </p:cNvPr>
            <p:cNvSpPr txBox="1"/>
            <p:nvPr/>
          </p:nvSpPr>
          <p:spPr>
            <a:xfrm>
              <a:off x="0" y="176172"/>
              <a:ext cx="1556200" cy="38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endParaRPr>
            </a:p>
          </p:txBody>
        </p:sp>
      </p:grpSp>
      <p:grpSp>
        <p:nvGrpSpPr>
          <p:cNvPr id="21" name="Group 31">
            <a:extLst>
              <a:ext uri="{FF2B5EF4-FFF2-40B4-BE49-F238E27FC236}">
                <a16:creationId xmlns:a16="http://schemas.microsoft.com/office/drawing/2014/main" id="{EAC1BE7A-DB72-64FD-2E5A-3D05B2B9E90B}"/>
              </a:ext>
            </a:extLst>
          </p:cNvPr>
          <p:cNvGrpSpPr/>
          <p:nvPr userDrawn="1"/>
        </p:nvGrpSpPr>
        <p:grpSpPr>
          <a:xfrm>
            <a:off x="4953000" y="979524"/>
            <a:ext cx="3320536" cy="811176"/>
            <a:chOff x="0" y="176172"/>
            <a:chExt cx="1556200" cy="380165"/>
          </a:xfrm>
        </p:grpSpPr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B03FEA1F-503F-6188-DDBF-1761750F384A}"/>
                </a:ext>
              </a:extLst>
            </p:cNvPr>
            <p:cNvSpPr/>
            <p:nvPr/>
          </p:nvSpPr>
          <p:spPr>
            <a:xfrm>
              <a:off x="0" y="214272"/>
              <a:ext cx="1556200" cy="342065"/>
            </a:xfrm>
            <a:custGeom>
              <a:avLst/>
              <a:gdLst/>
              <a:ahLst/>
              <a:cxnLst/>
              <a:rect l="l" t="t" r="r" b="b"/>
              <a:pathLst>
                <a:path w="1556200" h="342065">
                  <a:moveTo>
                    <a:pt x="1353000" y="0"/>
                  </a:moveTo>
                  <a:cubicBezTo>
                    <a:pt x="1465225" y="0"/>
                    <a:pt x="1556200" y="76574"/>
                    <a:pt x="1556200" y="171033"/>
                  </a:cubicBezTo>
                  <a:cubicBezTo>
                    <a:pt x="1556200" y="265491"/>
                    <a:pt x="1465225" y="342065"/>
                    <a:pt x="1353000" y="342065"/>
                  </a:cubicBezTo>
                  <a:lnTo>
                    <a:pt x="203200" y="342065"/>
                  </a:lnTo>
                  <a:cubicBezTo>
                    <a:pt x="90976" y="342065"/>
                    <a:pt x="0" y="265491"/>
                    <a:pt x="0" y="171033"/>
                  </a:cubicBezTo>
                  <a:cubicBezTo>
                    <a:pt x="0" y="76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7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TextBox 33">
              <a:extLst>
                <a:ext uri="{FF2B5EF4-FFF2-40B4-BE49-F238E27FC236}">
                  <a16:creationId xmlns:a16="http://schemas.microsoft.com/office/drawing/2014/main" id="{0E8C1490-23E4-523F-1D86-D2682EDCE3B7}"/>
                </a:ext>
              </a:extLst>
            </p:cNvPr>
            <p:cNvSpPr txBox="1"/>
            <p:nvPr/>
          </p:nvSpPr>
          <p:spPr>
            <a:xfrm>
              <a:off x="0" y="176172"/>
              <a:ext cx="1556200" cy="38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endParaRPr>
            </a:p>
          </p:txBody>
        </p:sp>
      </p:grp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399B54C-5A14-0CBA-7AAE-6A2FE6DC22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1104900"/>
            <a:ext cx="6781800" cy="631952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BLOQUE 2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3405C021-76EF-DC8A-2FB5-7F053C68827C}"/>
              </a:ext>
            </a:extLst>
          </p:cNvPr>
          <p:cNvSpPr/>
          <p:nvPr userDrawn="1"/>
        </p:nvSpPr>
        <p:spPr>
          <a:xfrm>
            <a:off x="16817117" y="972347"/>
            <a:ext cx="710926" cy="818353"/>
          </a:xfrm>
          <a:custGeom>
            <a:avLst/>
            <a:gdLst/>
            <a:ahLst/>
            <a:cxnLst/>
            <a:rect l="l" t="t" r="r" b="b"/>
            <a:pathLst>
              <a:path w="710926" h="818353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20" r="-720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A3965CF7-79CF-F261-394C-041634BFCCD4}"/>
              </a:ext>
            </a:extLst>
          </p:cNvPr>
          <p:cNvSpPr/>
          <p:nvPr userDrawn="1"/>
        </p:nvSpPr>
        <p:spPr>
          <a:xfrm flipV="1">
            <a:off x="781222" y="9525040"/>
            <a:ext cx="16746822" cy="0"/>
          </a:xfrm>
          <a:prstGeom prst="line">
            <a:avLst/>
          </a:prstGeom>
          <a:ln w="9525" cap="flat">
            <a:solidFill>
              <a:srgbClr val="ADAD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38C71098-3B62-5AC0-0AFA-DD437A11DCBE}"/>
              </a:ext>
            </a:extLst>
          </p:cNvPr>
          <p:cNvSpPr txBox="1"/>
          <p:nvPr userDrawn="1"/>
        </p:nvSpPr>
        <p:spPr>
          <a:xfrm>
            <a:off x="14981708" y="1216145"/>
            <a:ext cx="1715604" cy="28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1"/>
              </a:lnSpc>
            </a:pPr>
            <a:r>
              <a:rPr lang="en-US" sz="1643" b="1">
                <a:solidFill>
                  <a:schemeClr val="tx1">
                    <a:lumMod val="75000"/>
                    <a:lumOff val="2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&lt;</a:t>
            </a:r>
            <a:r>
              <a:rPr lang="en-US" sz="1643" b="1" err="1">
                <a:solidFill>
                  <a:schemeClr val="tx1">
                    <a:lumMod val="75000"/>
                    <a:lumOff val="2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NetCoreConf</a:t>
            </a:r>
            <a:r>
              <a:rPr lang="en-US" sz="1643" b="1">
                <a:solidFill>
                  <a:schemeClr val="tx1">
                    <a:lumMod val="75000"/>
                    <a:lumOff val="2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/&gt;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BB329CA-E154-C23B-2131-B4AE040FBE97}"/>
              </a:ext>
            </a:extLst>
          </p:cNvPr>
          <p:cNvSpPr txBox="1"/>
          <p:nvPr userDrawn="1"/>
        </p:nvSpPr>
        <p:spPr>
          <a:xfrm>
            <a:off x="14877799" y="1548610"/>
            <a:ext cx="1715604" cy="230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1"/>
              </a:lnSpc>
            </a:pPr>
            <a:r>
              <a:rPr lang="en-US" sz="1343">
                <a:solidFill>
                  <a:schemeClr val="tx1">
                    <a:lumMod val="75000"/>
                    <a:lumOff val="2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Barcelona ‘25</a:t>
            </a:r>
          </a:p>
        </p:txBody>
      </p:sp>
      <p:grpSp>
        <p:nvGrpSpPr>
          <p:cNvPr id="13" name="Group 31">
            <a:extLst>
              <a:ext uri="{FF2B5EF4-FFF2-40B4-BE49-F238E27FC236}">
                <a16:creationId xmlns:a16="http://schemas.microsoft.com/office/drawing/2014/main" id="{7AFFD2D6-99A6-2FA9-57D2-AD6A997116CB}"/>
              </a:ext>
            </a:extLst>
          </p:cNvPr>
          <p:cNvGrpSpPr/>
          <p:nvPr userDrawn="1"/>
        </p:nvGrpSpPr>
        <p:grpSpPr>
          <a:xfrm>
            <a:off x="7499864" y="979524"/>
            <a:ext cx="3320536" cy="811176"/>
            <a:chOff x="0" y="176172"/>
            <a:chExt cx="1556200" cy="380165"/>
          </a:xfrm>
        </p:grpSpPr>
        <p:sp>
          <p:nvSpPr>
            <p:cNvPr id="14" name="Freeform 32">
              <a:extLst>
                <a:ext uri="{FF2B5EF4-FFF2-40B4-BE49-F238E27FC236}">
                  <a16:creationId xmlns:a16="http://schemas.microsoft.com/office/drawing/2014/main" id="{F9DC2BD0-2A85-039D-8298-EF350B6C2F13}"/>
                </a:ext>
              </a:extLst>
            </p:cNvPr>
            <p:cNvSpPr/>
            <p:nvPr/>
          </p:nvSpPr>
          <p:spPr>
            <a:xfrm>
              <a:off x="0" y="214272"/>
              <a:ext cx="1556200" cy="342065"/>
            </a:xfrm>
            <a:custGeom>
              <a:avLst/>
              <a:gdLst/>
              <a:ahLst/>
              <a:cxnLst/>
              <a:rect l="l" t="t" r="r" b="b"/>
              <a:pathLst>
                <a:path w="1556200" h="342065">
                  <a:moveTo>
                    <a:pt x="1353000" y="0"/>
                  </a:moveTo>
                  <a:cubicBezTo>
                    <a:pt x="1465225" y="0"/>
                    <a:pt x="1556200" y="76574"/>
                    <a:pt x="1556200" y="171033"/>
                  </a:cubicBezTo>
                  <a:cubicBezTo>
                    <a:pt x="1556200" y="265491"/>
                    <a:pt x="1465225" y="342065"/>
                    <a:pt x="1353000" y="342065"/>
                  </a:cubicBezTo>
                  <a:lnTo>
                    <a:pt x="203200" y="342065"/>
                  </a:lnTo>
                  <a:cubicBezTo>
                    <a:pt x="90976" y="342065"/>
                    <a:pt x="0" y="265491"/>
                    <a:pt x="0" y="171033"/>
                  </a:cubicBezTo>
                  <a:cubicBezTo>
                    <a:pt x="0" y="76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7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TextBox 33">
              <a:extLst>
                <a:ext uri="{FF2B5EF4-FFF2-40B4-BE49-F238E27FC236}">
                  <a16:creationId xmlns:a16="http://schemas.microsoft.com/office/drawing/2014/main" id="{BC5D96D9-B96F-23BA-37CD-8F28EBB7B460}"/>
                </a:ext>
              </a:extLst>
            </p:cNvPr>
            <p:cNvSpPr txBox="1"/>
            <p:nvPr/>
          </p:nvSpPr>
          <p:spPr>
            <a:xfrm>
              <a:off x="0" y="176172"/>
              <a:ext cx="1556200" cy="38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0683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oqu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8">
            <a:extLst>
              <a:ext uri="{FF2B5EF4-FFF2-40B4-BE49-F238E27FC236}">
                <a16:creationId xmlns:a16="http://schemas.microsoft.com/office/drawing/2014/main" id="{AEBD0B7C-3CF4-9E82-E300-0B897CF266BE}"/>
              </a:ext>
            </a:extLst>
          </p:cNvPr>
          <p:cNvSpPr txBox="1"/>
          <p:nvPr/>
        </p:nvSpPr>
        <p:spPr>
          <a:xfrm>
            <a:off x="2433646" y="4235500"/>
            <a:ext cx="675356" cy="82001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57"/>
              </a:lnSpc>
            </a:pPr>
            <a:endParaRPr lang="en-US" sz="2255" b="1" spc="-24">
              <a:solidFill>
                <a:srgbClr val="424242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23" name="Freeform 32">
            <a:extLst>
              <a:ext uri="{FF2B5EF4-FFF2-40B4-BE49-F238E27FC236}">
                <a16:creationId xmlns:a16="http://schemas.microsoft.com/office/drawing/2014/main" id="{0165B46C-3D70-59C3-31FC-D170097D4E20}"/>
              </a:ext>
            </a:extLst>
          </p:cNvPr>
          <p:cNvSpPr/>
          <p:nvPr/>
        </p:nvSpPr>
        <p:spPr>
          <a:xfrm>
            <a:off x="685800" y="1060820"/>
            <a:ext cx="3320536" cy="729880"/>
          </a:xfrm>
          <a:custGeom>
            <a:avLst/>
            <a:gdLst/>
            <a:ahLst/>
            <a:cxnLst/>
            <a:rect l="l" t="t" r="r" b="b"/>
            <a:pathLst>
              <a:path w="1556200" h="342065">
                <a:moveTo>
                  <a:pt x="1353000" y="0"/>
                </a:moveTo>
                <a:cubicBezTo>
                  <a:pt x="1465225" y="0"/>
                  <a:pt x="1556200" y="76574"/>
                  <a:pt x="1556200" y="171033"/>
                </a:cubicBezTo>
                <a:cubicBezTo>
                  <a:pt x="1556200" y="265491"/>
                  <a:pt x="1465225" y="342065"/>
                  <a:pt x="1353000" y="342065"/>
                </a:cubicBezTo>
                <a:lnTo>
                  <a:pt x="203200" y="342065"/>
                </a:lnTo>
                <a:cubicBezTo>
                  <a:pt x="90976" y="342065"/>
                  <a:pt x="0" y="265491"/>
                  <a:pt x="0" y="171033"/>
                </a:cubicBezTo>
                <a:cubicBezTo>
                  <a:pt x="0" y="76574"/>
                  <a:pt x="90976" y="0"/>
                  <a:pt x="203200" y="0"/>
                </a:cubicBezTo>
                <a:close/>
              </a:path>
            </a:pathLst>
          </a:custGeom>
          <a:solidFill>
            <a:srgbClr val="FF0079"/>
          </a:solidFill>
        </p:spPr>
        <p:txBody>
          <a:bodyPr/>
          <a:lstStyle/>
          <a:p>
            <a:endParaRPr lang="es-ES"/>
          </a:p>
        </p:txBody>
      </p:sp>
      <p:grpSp>
        <p:nvGrpSpPr>
          <p:cNvPr id="3" name="Group 31">
            <a:extLst>
              <a:ext uri="{FF2B5EF4-FFF2-40B4-BE49-F238E27FC236}">
                <a16:creationId xmlns:a16="http://schemas.microsoft.com/office/drawing/2014/main" id="{47E20653-0CB6-8048-0EA3-04448957A2D3}"/>
              </a:ext>
            </a:extLst>
          </p:cNvPr>
          <p:cNvGrpSpPr/>
          <p:nvPr userDrawn="1"/>
        </p:nvGrpSpPr>
        <p:grpSpPr>
          <a:xfrm>
            <a:off x="3232664" y="979524"/>
            <a:ext cx="3320536" cy="811176"/>
            <a:chOff x="0" y="176172"/>
            <a:chExt cx="1556200" cy="380165"/>
          </a:xfrm>
        </p:grpSpPr>
        <p:sp>
          <p:nvSpPr>
            <p:cNvPr id="4" name="Freeform 32">
              <a:extLst>
                <a:ext uri="{FF2B5EF4-FFF2-40B4-BE49-F238E27FC236}">
                  <a16:creationId xmlns:a16="http://schemas.microsoft.com/office/drawing/2014/main" id="{E3D42508-0A63-2755-FB59-699D382D4F06}"/>
                </a:ext>
              </a:extLst>
            </p:cNvPr>
            <p:cNvSpPr/>
            <p:nvPr/>
          </p:nvSpPr>
          <p:spPr>
            <a:xfrm>
              <a:off x="0" y="214272"/>
              <a:ext cx="1556200" cy="342065"/>
            </a:xfrm>
            <a:custGeom>
              <a:avLst/>
              <a:gdLst/>
              <a:ahLst/>
              <a:cxnLst/>
              <a:rect l="l" t="t" r="r" b="b"/>
              <a:pathLst>
                <a:path w="1556200" h="342065">
                  <a:moveTo>
                    <a:pt x="1353000" y="0"/>
                  </a:moveTo>
                  <a:cubicBezTo>
                    <a:pt x="1465225" y="0"/>
                    <a:pt x="1556200" y="76574"/>
                    <a:pt x="1556200" y="171033"/>
                  </a:cubicBezTo>
                  <a:cubicBezTo>
                    <a:pt x="1556200" y="265491"/>
                    <a:pt x="1465225" y="342065"/>
                    <a:pt x="1353000" y="342065"/>
                  </a:cubicBezTo>
                  <a:lnTo>
                    <a:pt x="203200" y="342065"/>
                  </a:lnTo>
                  <a:cubicBezTo>
                    <a:pt x="90976" y="342065"/>
                    <a:pt x="0" y="265491"/>
                    <a:pt x="0" y="171033"/>
                  </a:cubicBezTo>
                  <a:cubicBezTo>
                    <a:pt x="0" y="76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7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33">
              <a:extLst>
                <a:ext uri="{FF2B5EF4-FFF2-40B4-BE49-F238E27FC236}">
                  <a16:creationId xmlns:a16="http://schemas.microsoft.com/office/drawing/2014/main" id="{817CE331-4AB6-F69F-86CF-C851A1F69607}"/>
                </a:ext>
              </a:extLst>
            </p:cNvPr>
            <p:cNvSpPr txBox="1"/>
            <p:nvPr/>
          </p:nvSpPr>
          <p:spPr>
            <a:xfrm>
              <a:off x="0" y="176172"/>
              <a:ext cx="1556200" cy="38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endParaRPr>
            </a:p>
          </p:txBody>
        </p:sp>
      </p:grpSp>
      <p:grpSp>
        <p:nvGrpSpPr>
          <p:cNvPr id="21" name="Group 31">
            <a:extLst>
              <a:ext uri="{FF2B5EF4-FFF2-40B4-BE49-F238E27FC236}">
                <a16:creationId xmlns:a16="http://schemas.microsoft.com/office/drawing/2014/main" id="{EAC1BE7A-DB72-64FD-2E5A-3D05B2B9E90B}"/>
              </a:ext>
            </a:extLst>
          </p:cNvPr>
          <p:cNvGrpSpPr/>
          <p:nvPr userDrawn="1"/>
        </p:nvGrpSpPr>
        <p:grpSpPr>
          <a:xfrm>
            <a:off x="5823464" y="979524"/>
            <a:ext cx="3320536" cy="811176"/>
            <a:chOff x="0" y="176172"/>
            <a:chExt cx="1556200" cy="380165"/>
          </a:xfrm>
        </p:grpSpPr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B03FEA1F-503F-6188-DDBF-1761750F384A}"/>
                </a:ext>
              </a:extLst>
            </p:cNvPr>
            <p:cNvSpPr/>
            <p:nvPr/>
          </p:nvSpPr>
          <p:spPr>
            <a:xfrm>
              <a:off x="0" y="214272"/>
              <a:ext cx="1556200" cy="342065"/>
            </a:xfrm>
            <a:custGeom>
              <a:avLst/>
              <a:gdLst/>
              <a:ahLst/>
              <a:cxnLst/>
              <a:rect l="l" t="t" r="r" b="b"/>
              <a:pathLst>
                <a:path w="1556200" h="342065">
                  <a:moveTo>
                    <a:pt x="1353000" y="0"/>
                  </a:moveTo>
                  <a:cubicBezTo>
                    <a:pt x="1465225" y="0"/>
                    <a:pt x="1556200" y="76574"/>
                    <a:pt x="1556200" y="171033"/>
                  </a:cubicBezTo>
                  <a:cubicBezTo>
                    <a:pt x="1556200" y="265491"/>
                    <a:pt x="1465225" y="342065"/>
                    <a:pt x="1353000" y="342065"/>
                  </a:cubicBezTo>
                  <a:lnTo>
                    <a:pt x="203200" y="342065"/>
                  </a:lnTo>
                  <a:cubicBezTo>
                    <a:pt x="90976" y="342065"/>
                    <a:pt x="0" y="265491"/>
                    <a:pt x="0" y="171033"/>
                  </a:cubicBezTo>
                  <a:cubicBezTo>
                    <a:pt x="0" y="76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7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TextBox 33">
              <a:extLst>
                <a:ext uri="{FF2B5EF4-FFF2-40B4-BE49-F238E27FC236}">
                  <a16:creationId xmlns:a16="http://schemas.microsoft.com/office/drawing/2014/main" id="{0E8C1490-23E4-523F-1D86-D2682EDCE3B7}"/>
                </a:ext>
              </a:extLst>
            </p:cNvPr>
            <p:cNvSpPr txBox="1"/>
            <p:nvPr/>
          </p:nvSpPr>
          <p:spPr>
            <a:xfrm>
              <a:off x="0" y="176172"/>
              <a:ext cx="1556200" cy="38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endParaRPr>
            </a:p>
          </p:txBody>
        </p:sp>
      </p:grpSp>
      <p:grpSp>
        <p:nvGrpSpPr>
          <p:cNvPr id="2" name="Group 31">
            <a:extLst>
              <a:ext uri="{FF2B5EF4-FFF2-40B4-BE49-F238E27FC236}">
                <a16:creationId xmlns:a16="http://schemas.microsoft.com/office/drawing/2014/main" id="{B2407A98-3013-A4D3-07E1-9BAF7E20BFF0}"/>
              </a:ext>
            </a:extLst>
          </p:cNvPr>
          <p:cNvGrpSpPr/>
          <p:nvPr userDrawn="1"/>
        </p:nvGrpSpPr>
        <p:grpSpPr>
          <a:xfrm>
            <a:off x="7499864" y="979524"/>
            <a:ext cx="3320536" cy="811176"/>
            <a:chOff x="0" y="176172"/>
            <a:chExt cx="1556200" cy="380165"/>
          </a:xfrm>
        </p:grpSpPr>
        <p:sp>
          <p:nvSpPr>
            <p:cNvPr id="6" name="Freeform 32">
              <a:extLst>
                <a:ext uri="{FF2B5EF4-FFF2-40B4-BE49-F238E27FC236}">
                  <a16:creationId xmlns:a16="http://schemas.microsoft.com/office/drawing/2014/main" id="{A0D97577-573D-756E-251E-3671C2DC0A20}"/>
                </a:ext>
              </a:extLst>
            </p:cNvPr>
            <p:cNvSpPr/>
            <p:nvPr/>
          </p:nvSpPr>
          <p:spPr>
            <a:xfrm>
              <a:off x="0" y="214272"/>
              <a:ext cx="1556200" cy="342065"/>
            </a:xfrm>
            <a:custGeom>
              <a:avLst/>
              <a:gdLst/>
              <a:ahLst/>
              <a:cxnLst/>
              <a:rect l="l" t="t" r="r" b="b"/>
              <a:pathLst>
                <a:path w="1556200" h="342065">
                  <a:moveTo>
                    <a:pt x="1353000" y="0"/>
                  </a:moveTo>
                  <a:cubicBezTo>
                    <a:pt x="1465225" y="0"/>
                    <a:pt x="1556200" y="76574"/>
                    <a:pt x="1556200" y="171033"/>
                  </a:cubicBezTo>
                  <a:cubicBezTo>
                    <a:pt x="1556200" y="265491"/>
                    <a:pt x="1465225" y="342065"/>
                    <a:pt x="1353000" y="342065"/>
                  </a:cubicBezTo>
                  <a:lnTo>
                    <a:pt x="203200" y="342065"/>
                  </a:lnTo>
                  <a:cubicBezTo>
                    <a:pt x="90976" y="342065"/>
                    <a:pt x="0" y="265491"/>
                    <a:pt x="0" y="171033"/>
                  </a:cubicBezTo>
                  <a:cubicBezTo>
                    <a:pt x="0" y="76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7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33">
              <a:extLst>
                <a:ext uri="{FF2B5EF4-FFF2-40B4-BE49-F238E27FC236}">
                  <a16:creationId xmlns:a16="http://schemas.microsoft.com/office/drawing/2014/main" id="{7CA1DB49-9E71-6925-0080-AA6165FA76EB}"/>
                </a:ext>
              </a:extLst>
            </p:cNvPr>
            <p:cNvSpPr txBox="1"/>
            <p:nvPr/>
          </p:nvSpPr>
          <p:spPr>
            <a:xfrm>
              <a:off x="0" y="176172"/>
              <a:ext cx="1556200" cy="38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endParaRPr>
            </a:p>
          </p:txBody>
        </p:sp>
      </p:grpSp>
      <p:grpSp>
        <p:nvGrpSpPr>
          <p:cNvPr id="8" name="Group 31">
            <a:extLst>
              <a:ext uri="{FF2B5EF4-FFF2-40B4-BE49-F238E27FC236}">
                <a16:creationId xmlns:a16="http://schemas.microsoft.com/office/drawing/2014/main" id="{D46F7F6B-5C26-9DA7-9686-3F11FB3B594C}"/>
              </a:ext>
            </a:extLst>
          </p:cNvPr>
          <p:cNvGrpSpPr/>
          <p:nvPr userDrawn="1"/>
        </p:nvGrpSpPr>
        <p:grpSpPr>
          <a:xfrm>
            <a:off x="9829800" y="979524"/>
            <a:ext cx="3396736" cy="811176"/>
            <a:chOff x="-35712" y="176172"/>
            <a:chExt cx="1591912" cy="380165"/>
          </a:xfrm>
        </p:grpSpPr>
        <p:sp>
          <p:nvSpPr>
            <p:cNvPr id="9" name="Freeform 32">
              <a:extLst>
                <a:ext uri="{FF2B5EF4-FFF2-40B4-BE49-F238E27FC236}">
                  <a16:creationId xmlns:a16="http://schemas.microsoft.com/office/drawing/2014/main" id="{E6572DDD-A597-BF12-125F-1466361D8D8C}"/>
                </a:ext>
              </a:extLst>
            </p:cNvPr>
            <p:cNvSpPr/>
            <p:nvPr/>
          </p:nvSpPr>
          <p:spPr>
            <a:xfrm>
              <a:off x="-35712" y="214272"/>
              <a:ext cx="1556200" cy="342065"/>
            </a:xfrm>
            <a:custGeom>
              <a:avLst/>
              <a:gdLst/>
              <a:ahLst/>
              <a:cxnLst/>
              <a:rect l="l" t="t" r="r" b="b"/>
              <a:pathLst>
                <a:path w="1556200" h="342065">
                  <a:moveTo>
                    <a:pt x="1353000" y="0"/>
                  </a:moveTo>
                  <a:cubicBezTo>
                    <a:pt x="1465225" y="0"/>
                    <a:pt x="1556200" y="76574"/>
                    <a:pt x="1556200" y="171033"/>
                  </a:cubicBezTo>
                  <a:cubicBezTo>
                    <a:pt x="1556200" y="265491"/>
                    <a:pt x="1465225" y="342065"/>
                    <a:pt x="1353000" y="342065"/>
                  </a:cubicBezTo>
                  <a:lnTo>
                    <a:pt x="203200" y="342065"/>
                  </a:lnTo>
                  <a:cubicBezTo>
                    <a:pt x="90976" y="342065"/>
                    <a:pt x="0" y="265491"/>
                    <a:pt x="0" y="171033"/>
                  </a:cubicBezTo>
                  <a:cubicBezTo>
                    <a:pt x="0" y="76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7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TextBox 33">
              <a:extLst>
                <a:ext uri="{FF2B5EF4-FFF2-40B4-BE49-F238E27FC236}">
                  <a16:creationId xmlns:a16="http://schemas.microsoft.com/office/drawing/2014/main" id="{94E1A0E2-2071-E45C-7BE1-B61FEEE35EB9}"/>
                </a:ext>
              </a:extLst>
            </p:cNvPr>
            <p:cNvSpPr txBox="1"/>
            <p:nvPr/>
          </p:nvSpPr>
          <p:spPr>
            <a:xfrm>
              <a:off x="0" y="176172"/>
              <a:ext cx="1556200" cy="38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endParaRPr>
            </a:p>
          </p:txBody>
        </p:sp>
      </p:grpSp>
      <p:sp>
        <p:nvSpPr>
          <p:cNvPr id="12" name="Marcador de texto 5">
            <a:extLst>
              <a:ext uri="{FF2B5EF4-FFF2-40B4-BE49-F238E27FC236}">
                <a16:creationId xmlns:a16="http://schemas.microsoft.com/office/drawing/2014/main" id="{D7B3C8EC-271C-7C1A-21EA-E49307F46C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1104900"/>
            <a:ext cx="6781800" cy="631952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BLOQUE 3</a:t>
            </a:r>
          </a:p>
        </p:txBody>
      </p:sp>
    </p:spTree>
    <p:extLst>
      <p:ext uri="{BB962C8B-B14F-4D97-AF65-F5344CB8AC3E}">
        <p14:creationId xmlns:p14="http://schemas.microsoft.com/office/powerpoint/2010/main" val="364337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oque 3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84A62D0-6C61-9D4B-073B-4710A5A43099}"/>
              </a:ext>
            </a:extLst>
          </p:cNvPr>
          <p:cNvSpPr/>
          <p:nvPr userDrawn="1"/>
        </p:nvSpPr>
        <p:spPr>
          <a:xfrm>
            <a:off x="-762000" y="-266700"/>
            <a:ext cx="19735800" cy="11049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AEBD0B7C-3CF4-9E82-E300-0B897CF266BE}"/>
              </a:ext>
            </a:extLst>
          </p:cNvPr>
          <p:cNvSpPr txBox="1"/>
          <p:nvPr/>
        </p:nvSpPr>
        <p:spPr>
          <a:xfrm>
            <a:off x="2433646" y="4235500"/>
            <a:ext cx="675356" cy="82001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57"/>
              </a:lnSpc>
            </a:pPr>
            <a:endParaRPr lang="en-US" sz="2255" b="1" spc="-24">
              <a:solidFill>
                <a:srgbClr val="424242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27430946-A1CC-4377-43D3-03AE934E58C9}"/>
              </a:ext>
            </a:extLst>
          </p:cNvPr>
          <p:cNvSpPr/>
          <p:nvPr userDrawn="1"/>
        </p:nvSpPr>
        <p:spPr>
          <a:xfrm>
            <a:off x="781223" y="1386286"/>
            <a:ext cx="13881970" cy="0"/>
          </a:xfrm>
          <a:prstGeom prst="line">
            <a:avLst/>
          </a:prstGeom>
          <a:ln w="9525" cap="flat">
            <a:solidFill>
              <a:srgbClr val="ADAD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23" name="Freeform 32">
            <a:extLst>
              <a:ext uri="{FF2B5EF4-FFF2-40B4-BE49-F238E27FC236}">
                <a16:creationId xmlns:a16="http://schemas.microsoft.com/office/drawing/2014/main" id="{0165B46C-3D70-59C3-31FC-D170097D4E20}"/>
              </a:ext>
            </a:extLst>
          </p:cNvPr>
          <p:cNvSpPr/>
          <p:nvPr/>
        </p:nvSpPr>
        <p:spPr>
          <a:xfrm>
            <a:off x="685800" y="1060820"/>
            <a:ext cx="3320536" cy="729880"/>
          </a:xfrm>
          <a:custGeom>
            <a:avLst/>
            <a:gdLst/>
            <a:ahLst/>
            <a:cxnLst/>
            <a:rect l="l" t="t" r="r" b="b"/>
            <a:pathLst>
              <a:path w="1556200" h="342065">
                <a:moveTo>
                  <a:pt x="1353000" y="0"/>
                </a:moveTo>
                <a:cubicBezTo>
                  <a:pt x="1465225" y="0"/>
                  <a:pt x="1556200" y="76574"/>
                  <a:pt x="1556200" y="171033"/>
                </a:cubicBezTo>
                <a:cubicBezTo>
                  <a:pt x="1556200" y="265491"/>
                  <a:pt x="1465225" y="342065"/>
                  <a:pt x="1353000" y="342065"/>
                </a:cubicBezTo>
                <a:lnTo>
                  <a:pt x="203200" y="342065"/>
                </a:lnTo>
                <a:cubicBezTo>
                  <a:pt x="90976" y="342065"/>
                  <a:pt x="0" y="265491"/>
                  <a:pt x="0" y="171033"/>
                </a:cubicBezTo>
                <a:cubicBezTo>
                  <a:pt x="0" y="76574"/>
                  <a:pt x="90976" y="0"/>
                  <a:pt x="203200" y="0"/>
                </a:cubicBezTo>
                <a:close/>
              </a:path>
            </a:pathLst>
          </a:custGeom>
          <a:solidFill>
            <a:srgbClr val="FF0079"/>
          </a:solidFill>
        </p:spPr>
        <p:txBody>
          <a:bodyPr/>
          <a:lstStyle/>
          <a:p>
            <a:endParaRPr lang="es-ES"/>
          </a:p>
        </p:txBody>
      </p:sp>
      <p:grpSp>
        <p:nvGrpSpPr>
          <p:cNvPr id="3" name="Group 31">
            <a:extLst>
              <a:ext uri="{FF2B5EF4-FFF2-40B4-BE49-F238E27FC236}">
                <a16:creationId xmlns:a16="http://schemas.microsoft.com/office/drawing/2014/main" id="{47E20653-0CB6-8048-0EA3-04448957A2D3}"/>
              </a:ext>
            </a:extLst>
          </p:cNvPr>
          <p:cNvGrpSpPr/>
          <p:nvPr userDrawn="1"/>
        </p:nvGrpSpPr>
        <p:grpSpPr>
          <a:xfrm>
            <a:off x="3200400" y="979524"/>
            <a:ext cx="3320536" cy="811176"/>
            <a:chOff x="0" y="176172"/>
            <a:chExt cx="1556200" cy="380165"/>
          </a:xfrm>
        </p:grpSpPr>
        <p:sp>
          <p:nvSpPr>
            <p:cNvPr id="4" name="Freeform 32">
              <a:extLst>
                <a:ext uri="{FF2B5EF4-FFF2-40B4-BE49-F238E27FC236}">
                  <a16:creationId xmlns:a16="http://schemas.microsoft.com/office/drawing/2014/main" id="{E3D42508-0A63-2755-FB59-699D382D4F06}"/>
                </a:ext>
              </a:extLst>
            </p:cNvPr>
            <p:cNvSpPr/>
            <p:nvPr/>
          </p:nvSpPr>
          <p:spPr>
            <a:xfrm>
              <a:off x="0" y="214272"/>
              <a:ext cx="1556200" cy="342065"/>
            </a:xfrm>
            <a:custGeom>
              <a:avLst/>
              <a:gdLst/>
              <a:ahLst/>
              <a:cxnLst/>
              <a:rect l="l" t="t" r="r" b="b"/>
              <a:pathLst>
                <a:path w="1556200" h="342065">
                  <a:moveTo>
                    <a:pt x="1353000" y="0"/>
                  </a:moveTo>
                  <a:cubicBezTo>
                    <a:pt x="1465225" y="0"/>
                    <a:pt x="1556200" y="76574"/>
                    <a:pt x="1556200" y="171033"/>
                  </a:cubicBezTo>
                  <a:cubicBezTo>
                    <a:pt x="1556200" y="265491"/>
                    <a:pt x="1465225" y="342065"/>
                    <a:pt x="1353000" y="342065"/>
                  </a:cubicBezTo>
                  <a:lnTo>
                    <a:pt x="203200" y="342065"/>
                  </a:lnTo>
                  <a:cubicBezTo>
                    <a:pt x="90976" y="342065"/>
                    <a:pt x="0" y="265491"/>
                    <a:pt x="0" y="171033"/>
                  </a:cubicBezTo>
                  <a:cubicBezTo>
                    <a:pt x="0" y="76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7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33">
              <a:extLst>
                <a:ext uri="{FF2B5EF4-FFF2-40B4-BE49-F238E27FC236}">
                  <a16:creationId xmlns:a16="http://schemas.microsoft.com/office/drawing/2014/main" id="{817CE331-4AB6-F69F-86CF-C851A1F69607}"/>
                </a:ext>
              </a:extLst>
            </p:cNvPr>
            <p:cNvSpPr txBox="1"/>
            <p:nvPr/>
          </p:nvSpPr>
          <p:spPr>
            <a:xfrm>
              <a:off x="0" y="176172"/>
              <a:ext cx="1556200" cy="38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endParaRPr>
            </a:p>
          </p:txBody>
        </p:sp>
      </p:grpSp>
      <p:grpSp>
        <p:nvGrpSpPr>
          <p:cNvPr id="21" name="Group 31">
            <a:extLst>
              <a:ext uri="{FF2B5EF4-FFF2-40B4-BE49-F238E27FC236}">
                <a16:creationId xmlns:a16="http://schemas.microsoft.com/office/drawing/2014/main" id="{EAC1BE7A-DB72-64FD-2E5A-3D05B2B9E90B}"/>
              </a:ext>
            </a:extLst>
          </p:cNvPr>
          <p:cNvGrpSpPr/>
          <p:nvPr userDrawn="1"/>
        </p:nvGrpSpPr>
        <p:grpSpPr>
          <a:xfrm>
            <a:off x="4953000" y="979524"/>
            <a:ext cx="3320536" cy="811176"/>
            <a:chOff x="0" y="176172"/>
            <a:chExt cx="1556200" cy="380165"/>
          </a:xfrm>
        </p:grpSpPr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B03FEA1F-503F-6188-DDBF-1761750F384A}"/>
                </a:ext>
              </a:extLst>
            </p:cNvPr>
            <p:cNvSpPr/>
            <p:nvPr/>
          </p:nvSpPr>
          <p:spPr>
            <a:xfrm>
              <a:off x="0" y="214272"/>
              <a:ext cx="1556200" cy="342065"/>
            </a:xfrm>
            <a:custGeom>
              <a:avLst/>
              <a:gdLst/>
              <a:ahLst/>
              <a:cxnLst/>
              <a:rect l="l" t="t" r="r" b="b"/>
              <a:pathLst>
                <a:path w="1556200" h="342065">
                  <a:moveTo>
                    <a:pt x="1353000" y="0"/>
                  </a:moveTo>
                  <a:cubicBezTo>
                    <a:pt x="1465225" y="0"/>
                    <a:pt x="1556200" y="76574"/>
                    <a:pt x="1556200" y="171033"/>
                  </a:cubicBezTo>
                  <a:cubicBezTo>
                    <a:pt x="1556200" y="265491"/>
                    <a:pt x="1465225" y="342065"/>
                    <a:pt x="1353000" y="342065"/>
                  </a:cubicBezTo>
                  <a:lnTo>
                    <a:pt x="203200" y="342065"/>
                  </a:lnTo>
                  <a:cubicBezTo>
                    <a:pt x="90976" y="342065"/>
                    <a:pt x="0" y="265491"/>
                    <a:pt x="0" y="171033"/>
                  </a:cubicBezTo>
                  <a:cubicBezTo>
                    <a:pt x="0" y="76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7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TextBox 33">
              <a:extLst>
                <a:ext uri="{FF2B5EF4-FFF2-40B4-BE49-F238E27FC236}">
                  <a16:creationId xmlns:a16="http://schemas.microsoft.com/office/drawing/2014/main" id="{0E8C1490-23E4-523F-1D86-D2682EDCE3B7}"/>
                </a:ext>
              </a:extLst>
            </p:cNvPr>
            <p:cNvSpPr txBox="1"/>
            <p:nvPr/>
          </p:nvSpPr>
          <p:spPr>
            <a:xfrm>
              <a:off x="0" y="176172"/>
              <a:ext cx="1556200" cy="38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endParaRPr>
            </a:p>
          </p:txBody>
        </p:sp>
      </p:grp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399B54C-5A14-0CBA-7AAE-6A2FE6DC22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1104900"/>
            <a:ext cx="6781800" cy="631952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BLOQUE 3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3405C021-76EF-DC8A-2FB5-7F053C68827C}"/>
              </a:ext>
            </a:extLst>
          </p:cNvPr>
          <p:cNvSpPr/>
          <p:nvPr userDrawn="1"/>
        </p:nvSpPr>
        <p:spPr>
          <a:xfrm>
            <a:off x="16817117" y="972347"/>
            <a:ext cx="710926" cy="818353"/>
          </a:xfrm>
          <a:custGeom>
            <a:avLst/>
            <a:gdLst/>
            <a:ahLst/>
            <a:cxnLst/>
            <a:rect l="l" t="t" r="r" b="b"/>
            <a:pathLst>
              <a:path w="710926" h="818353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20" r="-720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A3965CF7-79CF-F261-394C-041634BFCCD4}"/>
              </a:ext>
            </a:extLst>
          </p:cNvPr>
          <p:cNvSpPr/>
          <p:nvPr userDrawn="1"/>
        </p:nvSpPr>
        <p:spPr>
          <a:xfrm flipV="1">
            <a:off x="781222" y="9525040"/>
            <a:ext cx="16746822" cy="0"/>
          </a:xfrm>
          <a:prstGeom prst="line">
            <a:avLst/>
          </a:prstGeom>
          <a:ln w="9525" cap="flat">
            <a:solidFill>
              <a:srgbClr val="ADAD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38C71098-3B62-5AC0-0AFA-DD437A11DCBE}"/>
              </a:ext>
            </a:extLst>
          </p:cNvPr>
          <p:cNvSpPr txBox="1"/>
          <p:nvPr userDrawn="1"/>
        </p:nvSpPr>
        <p:spPr>
          <a:xfrm>
            <a:off x="14981708" y="1216145"/>
            <a:ext cx="1715604" cy="28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1"/>
              </a:lnSpc>
            </a:pPr>
            <a:r>
              <a:rPr lang="en-US" sz="1643" b="1">
                <a:solidFill>
                  <a:schemeClr val="tx1">
                    <a:lumMod val="75000"/>
                    <a:lumOff val="2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&lt;</a:t>
            </a:r>
            <a:r>
              <a:rPr lang="en-US" sz="1643" b="1" err="1">
                <a:solidFill>
                  <a:schemeClr val="tx1">
                    <a:lumMod val="75000"/>
                    <a:lumOff val="2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NetCoreConf</a:t>
            </a:r>
            <a:r>
              <a:rPr lang="en-US" sz="1643" b="1">
                <a:solidFill>
                  <a:schemeClr val="tx1">
                    <a:lumMod val="75000"/>
                    <a:lumOff val="2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/&gt;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BB329CA-E154-C23B-2131-B4AE040FBE97}"/>
              </a:ext>
            </a:extLst>
          </p:cNvPr>
          <p:cNvSpPr txBox="1"/>
          <p:nvPr userDrawn="1"/>
        </p:nvSpPr>
        <p:spPr>
          <a:xfrm>
            <a:off x="14877799" y="1548610"/>
            <a:ext cx="1715604" cy="230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1"/>
              </a:lnSpc>
            </a:pPr>
            <a:r>
              <a:rPr lang="en-US" sz="1343">
                <a:solidFill>
                  <a:schemeClr val="tx1">
                    <a:lumMod val="75000"/>
                    <a:lumOff val="2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Barcelona ‘25</a:t>
            </a:r>
          </a:p>
        </p:txBody>
      </p:sp>
      <p:grpSp>
        <p:nvGrpSpPr>
          <p:cNvPr id="13" name="Group 31">
            <a:extLst>
              <a:ext uri="{FF2B5EF4-FFF2-40B4-BE49-F238E27FC236}">
                <a16:creationId xmlns:a16="http://schemas.microsoft.com/office/drawing/2014/main" id="{7AFFD2D6-99A6-2FA9-57D2-AD6A997116CB}"/>
              </a:ext>
            </a:extLst>
          </p:cNvPr>
          <p:cNvGrpSpPr/>
          <p:nvPr userDrawn="1"/>
        </p:nvGrpSpPr>
        <p:grpSpPr>
          <a:xfrm>
            <a:off x="7499864" y="979524"/>
            <a:ext cx="3320536" cy="811176"/>
            <a:chOff x="0" y="176172"/>
            <a:chExt cx="1556200" cy="380165"/>
          </a:xfrm>
        </p:grpSpPr>
        <p:sp>
          <p:nvSpPr>
            <p:cNvPr id="14" name="Freeform 32">
              <a:extLst>
                <a:ext uri="{FF2B5EF4-FFF2-40B4-BE49-F238E27FC236}">
                  <a16:creationId xmlns:a16="http://schemas.microsoft.com/office/drawing/2014/main" id="{F9DC2BD0-2A85-039D-8298-EF350B6C2F13}"/>
                </a:ext>
              </a:extLst>
            </p:cNvPr>
            <p:cNvSpPr/>
            <p:nvPr/>
          </p:nvSpPr>
          <p:spPr>
            <a:xfrm>
              <a:off x="0" y="214272"/>
              <a:ext cx="1556200" cy="342065"/>
            </a:xfrm>
            <a:custGeom>
              <a:avLst/>
              <a:gdLst/>
              <a:ahLst/>
              <a:cxnLst/>
              <a:rect l="l" t="t" r="r" b="b"/>
              <a:pathLst>
                <a:path w="1556200" h="342065">
                  <a:moveTo>
                    <a:pt x="1353000" y="0"/>
                  </a:moveTo>
                  <a:cubicBezTo>
                    <a:pt x="1465225" y="0"/>
                    <a:pt x="1556200" y="76574"/>
                    <a:pt x="1556200" y="171033"/>
                  </a:cubicBezTo>
                  <a:cubicBezTo>
                    <a:pt x="1556200" y="265491"/>
                    <a:pt x="1465225" y="342065"/>
                    <a:pt x="1353000" y="342065"/>
                  </a:cubicBezTo>
                  <a:lnTo>
                    <a:pt x="203200" y="342065"/>
                  </a:lnTo>
                  <a:cubicBezTo>
                    <a:pt x="90976" y="342065"/>
                    <a:pt x="0" y="265491"/>
                    <a:pt x="0" y="171033"/>
                  </a:cubicBezTo>
                  <a:cubicBezTo>
                    <a:pt x="0" y="76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7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TextBox 33">
              <a:extLst>
                <a:ext uri="{FF2B5EF4-FFF2-40B4-BE49-F238E27FC236}">
                  <a16:creationId xmlns:a16="http://schemas.microsoft.com/office/drawing/2014/main" id="{BC5D96D9-B96F-23BA-37CD-8F28EBB7B460}"/>
                </a:ext>
              </a:extLst>
            </p:cNvPr>
            <p:cNvSpPr txBox="1"/>
            <p:nvPr/>
          </p:nvSpPr>
          <p:spPr>
            <a:xfrm>
              <a:off x="0" y="176172"/>
              <a:ext cx="1556200" cy="38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endParaRPr>
            </a:p>
          </p:txBody>
        </p:sp>
      </p:grpSp>
      <p:grpSp>
        <p:nvGrpSpPr>
          <p:cNvPr id="16" name="Group 31">
            <a:extLst>
              <a:ext uri="{FF2B5EF4-FFF2-40B4-BE49-F238E27FC236}">
                <a16:creationId xmlns:a16="http://schemas.microsoft.com/office/drawing/2014/main" id="{4DE0D2F0-7FB9-8C4D-CC53-E51F31CD2971}"/>
              </a:ext>
            </a:extLst>
          </p:cNvPr>
          <p:cNvGrpSpPr/>
          <p:nvPr userDrawn="1"/>
        </p:nvGrpSpPr>
        <p:grpSpPr>
          <a:xfrm>
            <a:off x="9829800" y="979524"/>
            <a:ext cx="3396736" cy="811176"/>
            <a:chOff x="-35712" y="176172"/>
            <a:chExt cx="1591912" cy="380165"/>
          </a:xfrm>
        </p:grpSpPr>
        <p:sp>
          <p:nvSpPr>
            <p:cNvPr id="17" name="Freeform 32">
              <a:extLst>
                <a:ext uri="{FF2B5EF4-FFF2-40B4-BE49-F238E27FC236}">
                  <a16:creationId xmlns:a16="http://schemas.microsoft.com/office/drawing/2014/main" id="{FA99B1BE-E1F5-CE20-3FAF-626B3A91C988}"/>
                </a:ext>
              </a:extLst>
            </p:cNvPr>
            <p:cNvSpPr/>
            <p:nvPr/>
          </p:nvSpPr>
          <p:spPr>
            <a:xfrm>
              <a:off x="-35712" y="214272"/>
              <a:ext cx="1556200" cy="342065"/>
            </a:xfrm>
            <a:custGeom>
              <a:avLst/>
              <a:gdLst/>
              <a:ahLst/>
              <a:cxnLst/>
              <a:rect l="l" t="t" r="r" b="b"/>
              <a:pathLst>
                <a:path w="1556200" h="342065">
                  <a:moveTo>
                    <a:pt x="1353000" y="0"/>
                  </a:moveTo>
                  <a:cubicBezTo>
                    <a:pt x="1465225" y="0"/>
                    <a:pt x="1556200" y="76574"/>
                    <a:pt x="1556200" y="171033"/>
                  </a:cubicBezTo>
                  <a:cubicBezTo>
                    <a:pt x="1556200" y="265491"/>
                    <a:pt x="1465225" y="342065"/>
                    <a:pt x="1353000" y="342065"/>
                  </a:cubicBezTo>
                  <a:lnTo>
                    <a:pt x="203200" y="342065"/>
                  </a:lnTo>
                  <a:cubicBezTo>
                    <a:pt x="90976" y="342065"/>
                    <a:pt x="0" y="265491"/>
                    <a:pt x="0" y="171033"/>
                  </a:cubicBezTo>
                  <a:cubicBezTo>
                    <a:pt x="0" y="76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7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8" name="TextBox 33">
              <a:extLst>
                <a:ext uri="{FF2B5EF4-FFF2-40B4-BE49-F238E27FC236}">
                  <a16:creationId xmlns:a16="http://schemas.microsoft.com/office/drawing/2014/main" id="{AAFF131A-0F15-E783-7F80-B886492F4DDF}"/>
                </a:ext>
              </a:extLst>
            </p:cNvPr>
            <p:cNvSpPr txBox="1"/>
            <p:nvPr/>
          </p:nvSpPr>
          <p:spPr>
            <a:xfrm>
              <a:off x="0" y="176172"/>
              <a:ext cx="1556200" cy="38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6760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oqu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8">
            <a:extLst>
              <a:ext uri="{FF2B5EF4-FFF2-40B4-BE49-F238E27FC236}">
                <a16:creationId xmlns:a16="http://schemas.microsoft.com/office/drawing/2014/main" id="{AEBD0B7C-3CF4-9E82-E300-0B897CF266BE}"/>
              </a:ext>
            </a:extLst>
          </p:cNvPr>
          <p:cNvSpPr txBox="1"/>
          <p:nvPr/>
        </p:nvSpPr>
        <p:spPr>
          <a:xfrm>
            <a:off x="2433646" y="4235500"/>
            <a:ext cx="675356" cy="82001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57"/>
              </a:lnSpc>
            </a:pPr>
            <a:endParaRPr lang="en-US" sz="2255" b="1" spc="-24">
              <a:solidFill>
                <a:srgbClr val="424242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23" name="Freeform 32">
            <a:extLst>
              <a:ext uri="{FF2B5EF4-FFF2-40B4-BE49-F238E27FC236}">
                <a16:creationId xmlns:a16="http://schemas.microsoft.com/office/drawing/2014/main" id="{0165B46C-3D70-59C3-31FC-D170097D4E20}"/>
              </a:ext>
            </a:extLst>
          </p:cNvPr>
          <p:cNvSpPr/>
          <p:nvPr/>
        </p:nvSpPr>
        <p:spPr>
          <a:xfrm>
            <a:off x="685800" y="1060820"/>
            <a:ext cx="3320536" cy="729880"/>
          </a:xfrm>
          <a:custGeom>
            <a:avLst/>
            <a:gdLst/>
            <a:ahLst/>
            <a:cxnLst/>
            <a:rect l="l" t="t" r="r" b="b"/>
            <a:pathLst>
              <a:path w="1556200" h="342065">
                <a:moveTo>
                  <a:pt x="1353000" y="0"/>
                </a:moveTo>
                <a:cubicBezTo>
                  <a:pt x="1465225" y="0"/>
                  <a:pt x="1556200" y="76574"/>
                  <a:pt x="1556200" y="171033"/>
                </a:cubicBezTo>
                <a:cubicBezTo>
                  <a:pt x="1556200" y="265491"/>
                  <a:pt x="1465225" y="342065"/>
                  <a:pt x="1353000" y="342065"/>
                </a:cubicBezTo>
                <a:lnTo>
                  <a:pt x="203200" y="342065"/>
                </a:lnTo>
                <a:cubicBezTo>
                  <a:pt x="90976" y="342065"/>
                  <a:pt x="0" y="265491"/>
                  <a:pt x="0" y="171033"/>
                </a:cubicBezTo>
                <a:cubicBezTo>
                  <a:pt x="0" y="76574"/>
                  <a:pt x="90976" y="0"/>
                  <a:pt x="203200" y="0"/>
                </a:cubicBezTo>
                <a:close/>
              </a:path>
            </a:pathLst>
          </a:custGeom>
          <a:solidFill>
            <a:srgbClr val="FF0079"/>
          </a:solidFill>
        </p:spPr>
        <p:txBody>
          <a:bodyPr/>
          <a:lstStyle/>
          <a:p>
            <a:endParaRPr lang="es-ES"/>
          </a:p>
        </p:txBody>
      </p:sp>
      <p:grpSp>
        <p:nvGrpSpPr>
          <p:cNvPr id="3" name="Group 31">
            <a:extLst>
              <a:ext uri="{FF2B5EF4-FFF2-40B4-BE49-F238E27FC236}">
                <a16:creationId xmlns:a16="http://schemas.microsoft.com/office/drawing/2014/main" id="{47E20653-0CB6-8048-0EA3-04448957A2D3}"/>
              </a:ext>
            </a:extLst>
          </p:cNvPr>
          <p:cNvGrpSpPr/>
          <p:nvPr userDrawn="1"/>
        </p:nvGrpSpPr>
        <p:grpSpPr>
          <a:xfrm>
            <a:off x="3232664" y="979524"/>
            <a:ext cx="3320536" cy="811176"/>
            <a:chOff x="0" y="176172"/>
            <a:chExt cx="1556200" cy="380165"/>
          </a:xfrm>
        </p:grpSpPr>
        <p:sp>
          <p:nvSpPr>
            <p:cNvPr id="4" name="Freeform 32">
              <a:extLst>
                <a:ext uri="{FF2B5EF4-FFF2-40B4-BE49-F238E27FC236}">
                  <a16:creationId xmlns:a16="http://schemas.microsoft.com/office/drawing/2014/main" id="{E3D42508-0A63-2755-FB59-699D382D4F06}"/>
                </a:ext>
              </a:extLst>
            </p:cNvPr>
            <p:cNvSpPr/>
            <p:nvPr/>
          </p:nvSpPr>
          <p:spPr>
            <a:xfrm>
              <a:off x="0" y="214272"/>
              <a:ext cx="1556200" cy="342065"/>
            </a:xfrm>
            <a:custGeom>
              <a:avLst/>
              <a:gdLst/>
              <a:ahLst/>
              <a:cxnLst/>
              <a:rect l="l" t="t" r="r" b="b"/>
              <a:pathLst>
                <a:path w="1556200" h="342065">
                  <a:moveTo>
                    <a:pt x="1353000" y="0"/>
                  </a:moveTo>
                  <a:cubicBezTo>
                    <a:pt x="1465225" y="0"/>
                    <a:pt x="1556200" y="76574"/>
                    <a:pt x="1556200" y="171033"/>
                  </a:cubicBezTo>
                  <a:cubicBezTo>
                    <a:pt x="1556200" y="265491"/>
                    <a:pt x="1465225" y="342065"/>
                    <a:pt x="1353000" y="342065"/>
                  </a:cubicBezTo>
                  <a:lnTo>
                    <a:pt x="203200" y="342065"/>
                  </a:lnTo>
                  <a:cubicBezTo>
                    <a:pt x="90976" y="342065"/>
                    <a:pt x="0" y="265491"/>
                    <a:pt x="0" y="171033"/>
                  </a:cubicBezTo>
                  <a:cubicBezTo>
                    <a:pt x="0" y="76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7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33">
              <a:extLst>
                <a:ext uri="{FF2B5EF4-FFF2-40B4-BE49-F238E27FC236}">
                  <a16:creationId xmlns:a16="http://schemas.microsoft.com/office/drawing/2014/main" id="{817CE331-4AB6-F69F-86CF-C851A1F69607}"/>
                </a:ext>
              </a:extLst>
            </p:cNvPr>
            <p:cNvSpPr txBox="1"/>
            <p:nvPr/>
          </p:nvSpPr>
          <p:spPr>
            <a:xfrm>
              <a:off x="0" y="176172"/>
              <a:ext cx="1556200" cy="38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endParaRPr>
            </a:p>
          </p:txBody>
        </p:sp>
      </p:grpSp>
      <p:grpSp>
        <p:nvGrpSpPr>
          <p:cNvPr id="21" name="Group 31">
            <a:extLst>
              <a:ext uri="{FF2B5EF4-FFF2-40B4-BE49-F238E27FC236}">
                <a16:creationId xmlns:a16="http://schemas.microsoft.com/office/drawing/2014/main" id="{EAC1BE7A-DB72-64FD-2E5A-3D05B2B9E90B}"/>
              </a:ext>
            </a:extLst>
          </p:cNvPr>
          <p:cNvGrpSpPr/>
          <p:nvPr userDrawn="1"/>
        </p:nvGrpSpPr>
        <p:grpSpPr>
          <a:xfrm>
            <a:off x="5823464" y="979524"/>
            <a:ext cx="3320536" cy="811176"/>
            <a:chOff x="0" y="176172"/>
            <a:chExt cx="1556200" cy="380165"/>
          </a:xfrm>
        </p:grpSpPr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B03FEA1F-503F-6188-DDBF-1761750F384A}"/>
                </a:ext>
              </a:extLst>
            </p:cNvPr>
            <p:cNvSpPr/>
            <p:nvPr/>
          </p:nvSpPr>
          <p:spPr>
            <a:xfrm>
              <a:off x="0" y="214272"/>
              <a:ext cx="1556200" cy="342065"/>
            </a:xfrm>
            <a:custGeom>
              <a:avLst/>
              <a:gdLst/>
              <a:ahLst/>
              <a:cxnLst/>
              <a:rect l="l" t="t" r="r" b="b"/>
              <a:pathLst>
                <a:path w="1556200" h="342065">
                  <a:moveTo>
                    <a:pt x="1353000" y="0"/>
                  </a:moveTo>
                  <a:cubicBezTo>
                    <a:pt x="1465225" y="0"/>
                    <a:pt x="1556200" y="76574"/>
                    <a:pt x="1556200" y="171033"/>
                  </a:cubicBezTo>
                  <a:cubicBezTo>
                    <a:pt x="1556200" y="265491"/>
                    <a:pt x="1465225" y="342065"/>
                    <a:pt x="1353000" y="342065"/>
                  </a:cubicBezTo>
                  <a:lnTo>
                    <a:pt x="203200" y="342065"/>
                  </a:lnTo>
                  <a:cubicBezTo>
                    <a:pt x="90976" y="342065"/>
                    <a:pt x="0" y="265491"/>
                    <a:pt x="0" y="171033"/>
                  </a:cubicBezTo>
                  <a:cubicBezTo>
                    <a:pt x="0" y="76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7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TextBox 33">
              <a:extLst>
                <a:ext uri="{FF2B5EF4-FFF2-40B4-BE49-F238E27FC236}">
                  <a16:creationId xmlns:a16="http://schemas.microsoft.com/office/drawing/2014/main" id="{0E8C1490-23E4-523F-1D86-D2682EDCE3B7}"/>
                </a:ext>
              </a:extLst>
            </p:cNvPr>
            <p:cNvSpPr txBox="1"/>
            <p:nvPr/>
          </p:nvSpPr>
          <p:spPr>
            <a:xfrm>
              <a:off x="0" y="176172"/>
              <a:ext cx="1556200" cy="38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endParaRPr>
            </a:p>
          </p:txBody>
        </p:sp>
      </p:grpSp>
      <p:grpSp>
        <p:nvGrpSpPr>
          <p:cNvPr id="2" name="Group 31">
            <a:extLst>
              <a:ext uri="{FF2B5EF4-FFF2-40B4-BE49-F238E27FC236}">
                <a16:creationId xmlns:a16="http://schemas.microsoft.com/office/drawing/2014/main" id="{B2407A98-3013-A4D3-07E1-9BAF7E20BFF0}"/>
              </a:ext>
            </a:extLst>
          </p:cNvPr>
          <p:cNvGrpSpPr/>
          <p:nvPr userDrawn="1"/>
        </p:nvGrpSpPr>
        <p:grpSpPr>
          <a:xfrm>
            <a:off x="7499864" y="979524"/>
            <a:ext cx="3320536" cy="811176"/>
            <a:chOff x="0" y="176172"/>
            <a:chExt cx="1556200" cy="380165"/>
          </a:xfrm>
        </p:grpSpPr>
        <p:sp>
          <p:nvSpPr>
            <p:cNvPr id="6" name="Freeform 32">
              <a:extLst>
                <a:ext uri="{FF2B5EF4-FFF2-40B4-BE49-F238E27FC236}">
                  <a16:creationId xmlns:a16="http://schemas.microsoft.com/office/drawing/2014/main" id="{A0D97577-573D-756E-251E-3671C2DC0A20}"/>
                </a:ext>
              </a:extLst>
            </p:cNvPr>
            <p:cNvSpPr/>
            <p:nvPr/>
          </p:nvSpPr>
          <p:spPr>
            <a:xfrm>
              <a:off x="0" y="214272"/>
              <a:ext cx="1556200" cy="342065"/>
            </a:xfrm>
            <a:custGeom>
              <a:avLst/>
              <a:gdLst/>
              <a:ahLst/>
              <a:cxnLst/>
              <a:rect l="l" t="t" r="r" b="b"/>
              <a:pathLst>
                <a:path w="1556200" h="342065">
                  <a:moveTo>
                    <a:pt x="1353000" y="0"/>
                  </a:moveTo>
                  <a:cubicBezTo>
                    <a:pt x="1465225" y="0"/>
                    <a:pt x="1556200" y="76574"/>
                    <a:pt x="1556200" y="171033"/>
                  </a:cubicBezTo>
                  <a:cubicBezTo>
                    <a:pt x="1556200" y="265491"/>
                    <a:pt x="1465225" y="342065"/>
                    <a:pt x="1353000" y="342065"/>
                  </a:cubicBezTo>
                  <a:lnTo>
                    <a:pt x="203200" y="342065"/>
                  </a:lnTo>
                  <a:cubicBezTo>
                    <a:pt x="90976" y="342065"/>
                    <a:pt x="0" y="265491"/>
                    <a:pt x="0" y="171033"/>
                  </a:cubicBezTo>
                  <a:cubicBezTo>
                    <a:pt x="0" y="76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7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33">
              <a:extLst>
                <a:ext uri="{FF2B5EF4-FFF2-40B4-BE49-F238E27FC236}">
                  <a16:creationId xmlns:a16="http://schemas.microsoft.com/office/drawing/2014/main" id="{7CA1DB49-9E71-6925-0080-AA6165FA76EB}"/>
                </a:ext>
              </a:extLst>
            </p:cNvPr>
            <p:cNvSpPr txBox="1"/>
            <p:nvPr/>
          </p:nvSpPr>
          <p:spPr>
            <a:xfrm>
              <a:off x="0" y="176172"/>
              <a:ext cx="1556200" cy="38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endParaRPr>
            </a:p>
          </p:txBody>
        </p:sp>
      </p:grpSp>
      <p:grpSp>
        <p:nvGrpSpPr>
          <p:cNvPr id="8" name="Group 31">
            <a:extLst>
              <a:ext uri="{FF2B5EF4-FFF2-40B4-BE49-F238E27FC236}">
                <a16:creationId xmlns:a16="http://schemas.microsoft.com/office/drawing/2014/main" id="{D46F7F6B-5C26-9DA7-9686-3F11FB3B594C}"/>
              </a:ext>
            </a:extLst>
          </p:cNvPr>
          <p:cNvGrpSpPr/>
          <p:nvPr userDrawn="1"/>
        </p:nvGrpSpPr>
        <p:grpSpPr>
          <a:xfrm>
            <a:off x="10058400" y="979524"/>
            <a:ext cx="3396736" cy="811176"/>
            <a:chOff x="-35712" y="176172"/>
            <a:chExt cx="1591912" cy="380165"/>
          </a:xfrm>
        </p:grpSpPr>
        <p:sp>
          <p:nvSpPr>
            <p:cNvPr id="9" name="Freeform 32">
              <a:extLst>
                <a:ext uri="{FF2B5EF4-FFF2-40B4-BE49-F238E27FC236}">
                  <a16:creationId xmlns:a16="http://schemas.microsoft.com/office/drawing/2014/main" id="{E6572DDD-A597-BF12-125F-1466361D8D8C}"/>
                </a:ext>
              </a:extLst>
            </p:cNvPr>
            <p:cNvSpPr/>
            <p:nvPr/>
          </p:nvSpPr>
          <p:spPr>
            <a:xfrm>
              <a:off x="-35712" y="214272"/>
              <a:ext cx="1556200" cy="342065"/>
            </a:xfrm>
            <a:custGeom>
              <a:avLst/>
              <a:gdLst/>
              <a:ahLst/>
              <a:cxnLst/>
              <a:rect l="l" t="t" r="r" b="b"/>
              <a:pathLst>
                <a:path w="1556200" h="342065">
                  <a:moveTo>
                    <a:pt x="1353000" y="0"/>
                  </a:moveTo>
                  <a:cubicBezTo>
                    <a:pt x="1465225" y="0"/>
                    <a:pt x="1556200" y="76574"/>
                    <a:pt x="1556200" y="171033"/>
                  </a:cubicBezTo>
                  <a:cubicBezTo>
                    <a:pt x="1556200" y="265491"/>
                    <a:pt x="1465225" y="342065"/>
                    <a:pt x="1353000" y="342065"/>
                  </a:cubicBezTo>
                  <a:lnTo>
                    <a:pt x="203200" y="342065"/>
                  </a:lnTo>
                  <a:cubicBezTo>
                    <a:pt x="90976" y="342065"/>
                    <a:pt x="0" y="265491"/>
                    <a:pt x="0" y="171033"/>
                  </a:cubicBezTo>
                  <a:cubicBezTo>
                    <a:pt x="0" y="76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7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TextBox 33">
              <a:extLst>
                <a:ext uri="{FF2B5EF4-FFF2-40B4-BE49-F238E27FC236}">
                  <a16:creationId xmlns:a16="http://schemas.microsoft.com/office/drawing/2014/main" id="{94E1A0E2-2071-E45C-7BE1-B61FEEE35EB9}"/>
                </a:ext>
              </a:extLst>
            </p:cNvPr>
            <p:cNvSpPr txBox="1"/>
            <p:nvPr/>
          </p:nvSpPr>
          <p:spPr>
            <a:xfrm>
              <a:off x="0" y="176172"/>
              <a:ext cx="1556200" cy="38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endParaRPr>
            </a:p>
          </p:txBody>
        </p:sp>
      </p:grpSp>
      <p:sp>
        <p:nvSpPr>
          <p:cNvPr id="12" name="Freeform 32">
            <a:extLst>
              <a:ext uri="{FF2B5EF4-FFF2-40B4-BE49-F238E27FC236}">
                <a16:creationId xmlns:a16="http://schemas.microsoft.com/office/drawing/2014/main" id="{0A593EA9-CB88-AD22-C693-D88EC9B28628}"/>
              </a:ext>
            </a:extLst>
          </p:cNvPr>
          <p:cNvSpPr/>
          <p:nvPr userDrawn="1"/>
        </p:nvSpPr>
        <p:spPr>
          <a:xfrm>
            <a:off x="11430000" y="1060820"/>
            <a:ext cx="3320536" cy="729880"/>
          </a:xfrm>
          <a:custGeom>
            <a:avLst/>
            <a:gdLst/>
            <a:ahLst/>
            <a:cxnLst/>
            <a:rect l="l" t="t" r="r" b="b"/>
            <a:pathLst>
              <a:path w="1556200" h="342065">
                <a:moveTo>
                  <a:pt x="1353000" y="0"/>
                </a:moveTo>
                <a:cubicBezTo>
                  <a:pt x="1465225" y="0"/>
                  <a:pt x="1556200" y="76574"/>
                  <a:pt x="1556200" y="171033"/>
                </a:cubicBezTo>
                <a:cubicBezTo>
                  <a:pt x="1556200" y="265491"/>
                  <a:pt x="1465225" y="342065"/>
                  <a:pt x="1353000" y="342065"/>
                </a:cubicBezTo>
                <a:lnTo>
                  <a:pt x="203200" y="342065"/>
                </a:lnTo>
                <a:cubicBezTo>
                  <a:pt x="90976" y="342065"/>
                  <a:pt x="0" y="265491"/>
                  <a:pt x="0" y="171033"/>
                </a:cubicBezTo>
                <a:cubicBezTo>
                  <a:pt x="0" y="76574"/>
                  <a:pt x="90976" y="0"/>
                  <a:pt x="203200" y="0"/>
                </a:cubicBezTo>
                <a:close/>
              </a:path>
            </a:pathLst>
          </a:custGeom>
          <a:solidFill>
            <a:srgbClr val="FF0079"/>
          </a:solidFill>
        </p:spPr>
        <p:txBody>
          <a:bodyPr/>
          <a:lstStyle/>
          <a:p>
            <a:endParaRPr lang="es-ES"/>
          </a:p>
        </p:txBody>
      </p:sp>
      <p:sp>
        <p:nvSpPr>
          <p:cNvPr id="13" name="Marcador de texto 5">
            <a:extLst>
              <a:ext uri="{FF2B5EF4-FFF2-40B4-BE49-F238E27FC236}">
                <a16:creationId xmlns:a16="http://schemas.microsoft.com/office/drawing/2014/main" id="{27D37392-FAE0-5954-77BE-82749A9743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1104900"/>
            <a:ext cx="6781800" cy="631952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BLOQUE 4</a:t>
            </a:r>
          </a:p>
        </p:txBody>
      </p:sp>
    </p:spTree>
    <p:extLst>
      <p:ext uri="{BB962C8B-B14F-4D97-AF65-F5344CB8AC3E}">
        <p14:creationId xmlns:p14="http://schemas.microsoft.com/office/powerpoint/2010/main" val="949749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oque 4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84A62D0-6C61-9D4B-073B-4710A5A43099}"/>
              </a:ext>
            </a:extLst>
          </p:cNvPr>
          <p:cNvSpPr/>
          <p:nvPr userDrawn="1"/>
        </p:nvSpPr>
        <p:spPr>
          <a:xfrm>
            <a:off x="-762000" y="-266700"/>
            <a:ext cx="19735800" cy="11049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AEBD0B7C-3CF4-9E82-E300-0B897CF266BE}"/>
              </a:ext>
            </a:extLst>
          </p:cNvPr>
          <p:cNvSpPr txBox="1"/>
          <p:nvPr/>
        </p:nvSpPr>
        <p:spPr>
          <a:xfrm>
            <a:off x="2433646" y="4235500"/>
            <a:ext cx="675356" cy="82001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57"/>
              </a:lnSpc>
            </a:pPr>
            <a:endParaRPr lang="en-US" sz="2255" b="1" spc="-24">
              <a:solidFill>
                <a:srgbClr val="424242"/>
              </a:solidFill>
              <a:latin typeface="IBM Plex Sans Condensed Bold"/>
              <a:ea typeface="IBM Plex Sans Condensed Bold"/>
              <a:cs typeface="IBM Plex Sans Condensed Bold"/>
              <a:sym typeface="IBM Plex Sans Condensed Bold"/>
            </a:endParaRP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27430946-A1CC-4377-43D3-03AE934E58C9}"/>
              </a:ext>
            </a:extLst>
          </p:cNvPr>
          <p:cNvSpPr/>
          <p:nvPr userDrawn="1"/>
        </p:nvSpPr>
        <p:spPr>
          <a:xfrm>
            <a:off x="781223" y="1386286"/>
            <a:ext cx="13881970" cy="0"/>
          </a:xfrm>
          <a:prstGeom prst="line">
            <a:avLst/>
          </a:prstGeom>
          <a:ln w="9525" cap="flat">
            <a:solidFill>
              <a:srgbClr val="ADAD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23" name="Freeform 32">
            <a:extLst>
              <a:ext uri="{FF2B5EF4-FFF2-40B4-BE49-F238E27FC236}">
                <a16:creationId xmlns:a16="http://schemas.microsoft.com/office/drawing/2014/main" id="{0165B46C-3D70-59C3-31FC-D170097D4E20}"/>
              </a:ext>
            </a:extLst>
          </p:cNvPr>
          <p:cNvSpPr/>
          <p:nvPr/>
        </p:nvSpPr>
        <p:spPr>
          <a:xfrm>
            <a:off x="685800" y="1060820"/>
            <a:ext cx="3320536" cy="729880"/>
          </a:xfrm>
          <a:custGeom>
            <a:avLst/>
            <a:gdLst/>
            <a:ahLst/>
            <a:cxnLst/>
            <a:rect l="l" t="t" r="r" b="b"/>
            <a:pathLst>
              <a:path w="1556200" h="342065">
                <a:moveTo>
                  <a:pt x="1353000" y="0"/>
                </a:moveTo>
                <a:cubicBezTo>
                  <a:pt x="1465225" y="0"/>
                  <a:pt x="1556200" y="76574"/>
                  <a:pt x="1556200" y="171033"/>
                </a:cubicBezTo>
                <a:cubicBezTo>
                  <a:pt x="1556200" y="265491"/>
                  <a:pt x="1465225" y="342065"/>
                  <a:pt x="1353000" y="342065"/>
                </a:cubicBezTo>
                <a:lnTo>
                  <a:pt x="203200" y="342065"/>
                </a:lnTo>
                <a:cubicBezTo>
                  <a:pt x="90976" y="342065"/>
                  <a:pt x="0" y="265491"/>
                  <a:pt x="0" y="171033"/>
                </a:cubicBezTo>
                <a:cubicBezTo>
                  <a:pt x="0" y="76574"/>
                  <a:pt x="90976" y="0"/>
                  <a:pt x="203200" y="0"/>
                </a:cubicBezTo>
                <a:close/>
              </a:path>
            </a:pathLst>
          </a:custGeom>
          <a:solidFill>
            <a:srgbClr val="FF0079"/>
          </a:solidFill>
        </p:spPr>
        <p:txBody>
          <a:bodyPr/>
          <a:lstStyle/>
          <a:p>
            <a:endParaRPr lang="es-ES"/>
          </a:p>
        </p:txBody>
      </p:sp>
      <p:grpSp>
        <p:nvGrpSpPr>
          <p:cNvPr id="3" name="Group 31">
            <a:extLst>
              <a:ext uri="{FF2B5EF4-FFF2-40B4-BE49-F238E27FC236}">
                <a16:creationId xmlns:a16="http://schemas.microsoft.com/office/drawing/2014/main" id="{47E20653-0CB6-8048-0EA3-04448957A2D3}"/>
              </a:ext>
            </a:extLst>
          </p:cNvPr>
          <p:cNvGrpSpPr/>
          <p:nvPr userDrawn="1"/>
        </p:nvGrpSpPr>
        <p:grpSpPr>
          <a:xfrm>
            <a:off x="3200400" y="979524"/>
            <a:ext cx="3320536" cy="811176"/>
            <a:chOff x="0" y="176172"/>
            <a:chExt cx="1556200" cy="380165"/>
          </a:xfrm>
        </p:grpSpPr>
        <p:sp>
          <p:nvSpPr>
            <p:cNvPr id="4" name="Freeform 32">
              <a:extLst>
                <a:ext uri="{FF2B5EF4-FFF2-40B4-BE49-F238E27FC236}">
                  <a16:creationId xmlns:a16="http://schemas.microsoft.com/office/drawing/2014/main" id="{E3D42508-0A63-2755-FB59-699D382D4F06}"/>
                </a:ext>
              </a:extLst>
            </p:cNvPr>
            <p:cNvSpPr/>
            <p:nvPr/>
          </p:nvSpPr>
          <p:spPr>
            <a:xfrm>
              <a:off x="0" y="214272"/>
              <a:ext cx="1556200" cy="342065"/>
            </a:xfrm>
            <a:custGeom>
              <a:avLst/>
              <a:gdLst/>
              <a:ahLst/>
              <a:cxnLst/>
              <a:rect l="l" t="t" r="r" b="b"/>
              <a:pathLst>
                <a:path w="1556200" h="342065">
                  <a:moveTo>
                    <a:pt x="1353000" y="0"/>
                  </a:moveTo>
                  <a:cubicBezTo>
                    <a:pt x="1465225" y="0"/>
                    <a:pt x="1556200" y="76574"/>
                    <a:pt x="1556200" y="171033"/>
                  </a:cubicBezTo>
                  <a:cubicBezTo>
                    <a:pt x="1556200" y="265491"/>
                    <a:pt x="1465225" y="342065"/>
                    <a:pt x="1353000" y="342065"/>
                  </a:cubicBezTo>
                  <a:lnTo>
                    <a:pt x="203200" y="342065"/>
                  </a:lnTo>
                  <a:cubicBezTo>
                    <a:pt x="90976" y="342065"/>
                    <a:pt x="0" y="265491"/>
                    <a:pt x="0" y="171033"/>
                  </a:cubicBezTo>
                  <a:cubicBezTo>
                    <a:pt x="0" y="76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7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33">
              <a:extLst>
                <a:ext uri="{FF2B5EF4-FFF2-40B4-BE49-F238E27FC236}">
                  <a16:creationId xmlns:a16="http://schemas.microsoft.com/office/drawing/2014/main" id="{817CE331-4AB6-F69F-86CF-C851A1F69607}"/>
                </a:ext>
              </a:extLst>
            </p:cNvPr>
            <p:cNvSpPr txBox="1"/>
            <p:nvPr/>
          </p:nvSpPr>
          <p:spPr>
            <a:xfrm>
              <a:off x="0" y="176172"/>
              <a:ext cx="1556200" cy="38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endParaRPr>
            </a:p>
          </p:txBody>
        </p:sp>
      </p:grpSp>
      <p:grpSp>
        <p:nvGrpSpPr>
          <p:cNvPr id="21" name="Group 31">
            <a:extLst>
              <a:ext uri="{FF2B5EF4-FFF2-40B4-BE49-F238E27FC236}">
                <a16:creationId xmlns:a16="http://schemas.microsoft.com/office/drawing/2014/main" id="{EAC1BE7A-DB72-64FD-2E5A-3D05B2B9E90B}"/>
              </a:ext>
            </a:extLst>
          </p:cNvPr>
          <p:cNvGrpSpPr/>
          <p:nvPr userDrawn="1"/>
        </p:nvGrpSpPr>
        <p:grpSpPr>
          <a:xfrm>
            <a:off x="4953000" y="979524"/>
            <a:ext cx="3320536" cy="811176"/>
            <a:chOff x="0" y="176172"/>
            <a:chExt cx="1556200" cy="380165"/>
          </a:xfrm>
        </p:grpSpPr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B03FEA1F-503F-6188-DDBF-1761750F384A}"/>
                </a:ext>
              </a:extLst>
            </p:cNvPr>
            <p:cNvSpPr/>
            <p:nvPr/>
          </p:nvSpPr>
          <p:spPr>
            <a:xfrm>
              <a:off x="0" y="214272"/>
              <a:ext cx="1556200" cy="342065"/>
            </a:xfrm>
            <a:custGeom>
              <a:avLst/>
              <a:gdLst/>
              <a:ahLst/>
              <a:cxnLst/>
              <a:rect l="l" t="t" r="r" b="b"/>
              <a:pathLst>
                <a:path w="1556200" h="342065">
                  <a:moveTo>
                    <a:pt x="1353000" y="0"/>
                  </a:moveTo>
                  <a:cubicBezTo>
                    <a:pt x="1465225" y="0"/>
                    <a:pt x="1556200" y="76574"/>
                    <a:pt x="1556200" y="171033"/>
                  </a:cubicBezTo>
                  <a:cubicBezTo>
                    <a:pt x="1556200" y="265491"/>
                    <a:pt x="1465225" y="342065"/>
                    <a:pt x="1353000" y="342065"/>
                  </a:cubicBezTo>
                  <a:lnTo>
                    <a:pt x="203200" y="342065"/>
                  </a:lnTo>
                  <a:cubicBezTo>
                    <a:pt x="90976" y="342065"/>
                    <a:pt x="0" y="265491"/>
                    <a:pt x="0" y="171033"/>
                  </a:cubicBezTo>
                  <a:cubicBezTo>
                    <a:pt x="0" y="76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7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TextBox 33">
              <a:extLst>
                <a:ext uri="{FF2B5EF4-FFF2-40B4-BE49-F238E27FC236}">
                  <a16:creationId xmlns:a16="http://schemas.microsoft.com/office/drawing/2014/main" id="{0E8C1490-23E4-523F-1D86-D2682EDCE3B7}"/>
                </a:ext>
              </a:extLst>
            </p:cNvPr>
            <p:cNvSpPr txBox="1"/>
            <p:nvPr/>
          </p:nvSpPr>
          <p:spPr>
            <a:xfrm>
              <a:off x="0" y="176172"/>
              <a:ext cx="1556200" cy="38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endParaRPr>
            </a:p>
          </p:txBody>
        </p:sp>
      </p:grp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399B54C-5A14-0CBA-7AAE-6A2FE6DC22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1104900"/>
            <a:ext cx="6781800" cy="631952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BLOQUE 4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3405C021-76EF-DC8A-2FB5-7F053C68827C}"/>
              </a:ext>
            </a:extLst>
          </p:cNvPr>
          <p:cNvSpPr/>
          <p:nvPr userDrawn="1"/>
        </p:nvSpPr>
        <p:spPr>
          <a:xfrm>
            <a:off x="16817117" y="972347"/>
            <a:ext cx="710926" cy="818353"/>
          </a:xfrm>
          <a:custGeom>
            <a:avLst/>
            <a:gdLst/>
            <a:ahLst/>
            <a:cxnLst/>
            <a:rect l="l" t="t" r="r" b="b"/>
            <a:pathLst>
              <a:path w="710926" h="818353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20" r="-720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A3965CF7-79CF-F261-394C-041634BFCCD4}"/>
              </a:ext>
            </a:extLst>
          </p:cNvPr>
          <p:cNvSpPr/>
          <p:nvPr userDrawn="1"/>
        </p:nvSpPr>
        <p:spPr>
          <a:xfrm flipV="1">
            <a:off x="781222" y="9525040"/>
            <a:ext cx="16746822" cy="0"/>
          </a:xfrm>
          <a:prstGeom prst="line">
            <a:avLst/>
          </a:prstGeom>
          <a:ln w="9525" cap="flat">
            <a:solidFill>
              <a:srgbClr val="ADAD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38C71098-3B62-5AC0-0AFA-DD437A11DCBE}"/>
              </a:ext>
            </a:extLst>
          </p:cNvPr>
          <p:cNvSpPr txBox="1"/>
          <p:nvPr userDrawn="1"/>
        </p:nvSpPr>
        <p:spPr>
          <a:xfrm>
            <a:off x="14981708" y="1216145"/>
            <a:ext cx="1715604" cy="28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1"/>
              </a:lnSpc>
            </a:pPr>
            <a:r>
              <a:rPr lang="en-US" sz="1643" b="1">
                <a:solidFill>
                  <a:schemeClr val="tx1">
                    <a:lumMod val="75000"/>
                    <a:lumOff val="2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&lt;</a:t>
            </a:r>
            <a:r>
              <a:rPr lang="en-US" sz="1643" b="1" err="1">
                <a:solidFill>
                  <a:schemeClr val="tx1">
                    <a:lumMod val="75000"/>
                    <a:lumOff val="2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NetCoreConf</a:t>
            </a:r>
            <a:r>
              <a:rPr lang="en-US" sz="1643" b="1">
                <a:solidFill>
                  <a:schemeClr val="tx1">
                    <a:lumMod val="75000"/>
                    <a:lumOff val="2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/&gt;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BB329CA-E154-C23B-2131-B4AE040FBE97}"/>
              </a:ext>
            </a:extLst>
          </p:cNvPr>
          <p:cNvSpPr txBox="1"/>
          <p:nvPr userDrawn="1"/>
        </p:nvSpPr>
        <p:spPr>
          <a:xfrm>
            <a:off x="14877799" y="1548610"/>
            <a:ext cx="1715604" cy="230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1"/>
              </a:lnSpc>
            </a:pPr>
            <a:r>
              <a:rPr lang="en-US" sz="1343">
                <a:solidFill>
                  <a:schemeClr val="tx1">
                    <a:lumMod val="75000"/>
                    <a:lumOff val="2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Barcelona ‘25</a:t>
            </a:r>
          </a:p>
        </p:txBody>
      </p:sp>
      <p:grpSp>
        <p:nvGrpSpPr>
          <p:cNvPr id="13" name="Group 31">
            <a:extLst>
              <a:ext uri="{FF2B5EF4-FFF2-40B4-BE49-F238E27FC236}">
                <a16:creationId xmlns:a16="http://schemas.microsoft.com/office/drawing/2014/main" id="{7AFFD2D6-99A6-2FA9-57D2-AD6A997116CB}"/>
              </a:ext>
            </a:extLst>
          </p:cNvPr>
          <p:cNvGrpSpPr/>
          <p:nvPr userDrawn="1"/>
        </p:nvGrpSpPr>
        <p:grpSpPr>
          <a:xfrm>
            <a:off x="7499864" y="979524"/>
            <a:ext cx="3320536" cy="811176"/>
            <a:chOff x="0" y="176172"/>
            <a:chExt cx="1556200" cy="380165"/>
          </a:xfrm>
        </p:grpSpPr>
        <p:sp>
          <p:nvSpPr>
            <p:cNvPr id="14" name="Freeform 32">
              <a:extLst>
                <a:ext uri="{FF2B5EF4-FFF2-40B4-BE49-F238E27FC236}">
                  <a16:creationId xmlns:a16="http://schemas.microsoft.com/office/drawing/2014/main" id="{F9DC2BD0-2A85-039D-8298-EF350B6C2F13}"/>
                </a:ext>
              </a:extLst>
            </p:cNvPr>
            <p:cNvSpPr/>
            <p:nvPr/>
          </p:nvSpPr>
          <p:spPr>
            <a:xfrm>
              <a:off x="0" y="214272"/>
              <a:ext cx="1556200" cy="342065"/>
            </a:xfrm>
            <a:custGeom>
              <a:avLst/>
              <a:gdLst/>
              <a:ahLst/>
              <a:cxnLst/>
              <a:rect l="l" t="t" r="r" b="b"/>
              <a:pathLst>
                <a:path w="1556200" h="342065">
                  <a:moveTo>
                    <a:pt x="1353000" y="0"/>
                  </a:moveTo>
                  <a:cubicBezTo>
                    <a:pt x="1465225" y="0"/>
                    <a:pt x="1556200" y="76574"/>
                    <a:pt x="1556200" y="171033"/>
                  </a:cubicBezTo>
                  <a:cubicBezTo>
                    <a:pt x="1556200" y="265491"/>
                    <a:pt x="1465225" y="342065"/>
                    <a:pt x="1353000" y="342065"/>
                  </a:cubicBezTo>
                  <a:lnTo>
                    <a:pt x="203200" y="342065"/>
                  </a:lnTo>
                  <a:cubicBezTo>
                    <a:pt x="90976" y="342065"/>
                    <a:pt x="0" y="265491"/>
                    <a:pt x="0" y="171033"/>
                  </a:cubicBezTo>
                  <a:cubicBezTo>
                    <a:pt x="0" y="76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7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TextBox 33">
              <a:extLst>
                <a:ext uri="{FF2B5EF4-FFF2-40B4-BE49-F238E27FC236}">
                  <a16:creationId xmlns:a16="http://schemas.microsoft.com/office/drawing/2014/main" id="{BC5D96D9-B96F-23BA-37CD-8F28EBB7B460}"/>
                </a:ext>
              </a:extLst>
            </p:cNvPr>
            <p:cNvSpPr txBox="1"/>
            <p:nvPr/>
          </p:nvSpPr>
          <p:spPr>
            <a:xfrm>
              <a:off x="0" y="176172"/>
              <a:ext cx="1556200" cy="38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endParaRPr>
            </a:p>
          </p:txBody>
        </p:sp>
      </p:grpSp>
      <p:grpSp>
        <p:nvGrpSpPr>
          <p:cNvPr id="16" name="Group 31">
            <a:extLst>
              <a:ext uri="{FF2B5EF4-FFF2-40B4-BE49-F238E27FC236}">
                <a16:creationId xmlns:a16="http://schemas.microsoft.com/office/drawing/2014/main" id="{4DE0D2F0-7FB9-8C4D-CC53-E51F31CD2971}"/>
              </a:ext>
            </a:extLst>
          </p:cNvPr>
          <p:cNvGrpSpPr/>
          <p:nvPr userDrawn="1"/>
        </p:nvGrpSpPr>
        <p:grpSpPr>
          <a:xfrm>
            <a:off x="9829800" y="979524"/>
            <a:ext cx="3396736" cy="811176"/>
            <a:chOff x="-35712" y="176172"/>
            <a:chExt cx="1591912" cy="380165"/>
          </a:xfrm>
        </p:grpSpPr>
        <p:sp>
          <p:nvSpPr>
            <p:cNvPr id="17" name="Freeform 32">
              <a:extLst>
                <a:ext uri="{FF2B5EF4-FFF2-40B4-BE49-F238E27FC236}">
                  <a16:creationId xmlns:a16="http://schemas.microsoft.com/office/drawing/2014/main" id="{FA99B1BE-E1F5-CE20-3FAF-626B3A91C988}"/>
                </a:ext>
              </a:extLst>
            </p:cNvPr>
            <p:cNvSpPr/>
            <p:nvPr/>
          </p:nvSpPr>
          <p:spPr>
            <a:xfrm>
              <a:off x="-35712" y="214272"/>
              <a:ext cx="1556200" cy="342065"/>
            </a:xfrm>
            <a:custGeom>
              <a:avLst/>
              <a:gdLst/>
              <a:ahLst/>
              <a:cxnLst/>
              <a:rect l="l" t="t" r="r" b="b"/>
              <a:pathLst>
                <a:path w="1556200" h="342065">
                  <a:moveTo>
                    <a:pt x="1353000" y="0"/>
                  </a:moveTo>
                  <a:cubicBezTo>
                    <a:pt x="1465225" y="0"/>
                    <a:pt x="1556200" y="76574"/>
                    <a:pt x="1556200" y="171033"/>
                  </a:cubicBezTo>
                  <a:cubicBezTo>
                    <a:pt x="1556200" y="265491"/>
                    <a:pt x="1465225" y="342065"/>
                    <a:pt x="1353000" y="342065"/>
                  </a:cubicBezTo>
                  <a:lnTo>
                    <a:pt x="203200" y="342065"/>
                  </a:lnTo>
                  <a:cubicBezTo>
                    <a:pt x="90976" y="342065"/>
                    <a:pt x="0" y="265491"/>
                    <a:pt x="0" y="171033"/>
                  </a:cubicBezTo>
                  <a:cubicBezTo>
                    <a:pt x="0" y="76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0079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8" name="TextBox 33">
              <a:extLst>
                <a:ext uri="{FF2B5EF4-FFF2-40B4-BE49-F238E27FC236}">
                  <a16:creationId xmlns:a16="http://schemas.microsoft.com/office/drawing/2014/main" id="{AAFF131A-0F15-E783-7F80-B886492F4DDF}"/>
                </a:ext>
              </a:extLst>
            </p:cNvPr>
            <p:cNvSpPr txBox="1"/>
            <p:nvPr/>
          </p:nvSpPr>
          <p:spPr>
            <a:xfrm>
              <a:off x="0" y="176172"/>
              <a:ext cx="1556200" cy="38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7"/>
                </a:lnSpc>
              </a:pPr>
              <a:endPara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endParaRPr>
            </a:p>
          </p:txBody>
        </p:sp>
      </p:grpSp>
      <p:sp>
        <p:nvSpPr>
          <p:cNvPr id="19" name="Freeform 32">
            <a:extLst>
              <a:ext uri="{FF2B5EF4-FFF2-40B4-BE49-F238E27FC236}">
                <a16:creationId xmlns:a16="http://schemas.microsoft.com/office/drawing/2014/main" id="{A67FD4E0-7A9F-4356-10AA-5C4A018927AA}"/>
              </a:ext>
            </a:extLst>
          </p:cNvPr>
          <p:cNvSpPr/>
          <p:nvPr userDrawn="1"/>
        </p:nvSpPr>
        <p:spPr>
          <a:xfrm>
            <a:off x="11430000" y="1060820"/>
            <a:ext cx="3320536" cy="729880"/>
          </a:xfrm>
          <a:custGeom>
            <a:avLst/>
            <a:gdLst/>
            <a:ahLst/>
            <a:cxnLst/>
            <a:rect l="l" t="t" r="r" b="b"/>
            <a:pathLst>
              <a:path w="1556200" h="342065">
                <a:moveTo>
                  <a:pt x="1353000" y="0"/>
                </a:moveTo>
                <a:cubicBezTo>
                  <a:pt x="1465225" y="0"/>
                  <a:pt x="1556200" y="76574"/>
                  <a:pt x="1556200" y="171033"/>
                </a:cubicBezTo>
                <a:cubicBezTo>
                  <a:pt x="1556200" y="265491"/>
                  <a:pt x="1465225" y="342065"/>
                  <a:pt x="1353000" y="342065"/>
                </a:cubicBezTo>
                <a:lnTo>
                  <a:pt x="203200" y="342065"/>
                </a:lnTo>
                <a:cubicBezTo>
                  <a:pt x="90976" y="342065"/>
                  <a:pt x="0" y="265491"/>
                  <a:pt x="0" y="171033"/>
                </a:cubicBezTo>
                <a:cubicBezTo>
                  <a:pt x="0" y="76574"/>
                  <a:pt x="90976" y="0"/>
                  <a:pt x="203200" y="0"/>
                </a:cubicBezTo>
                <a:close/>
              </a:path>
            </a:pathLst>
          </a:custGeom>
          <a:solidFill>
            <a:srgbClr val="FF0079"/>
          </a:solidFill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3203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2">
            <a:extLst>
              <a:ext uri="{FF2B5EF4-FFF2-40B4-BE49-F238E27FC236}">
                <a16:creationId xmlns:a16="http://schemas.microsoft.com/office/drawing/2014/main" id="{D87C7580-BE89-FBBE-5878-5C91767AE349}"/>
              </a:ext>
            </a:extLst>
          </p:cNvPr>
          <p:cNvSpPr/>
          <p:nvPr userDrawn="1"/>
        </p:nvSpPr>
        <p:spPr>
          <a:xfrm>
            <a:off x="6438900" y="4548897"/>
            <a:ext cx="5410200" cy="1189205"/>
          </a:xfrm>
          <a:custGeom>
            <a:avLst/>
            <a:gdLst/>
            <a:ahLst/>
            <a:cxnLst/>
            <a:rect l="l" t="t" r="r" b="b"/>
            <a:pathLst>
              <a:path w="1556200" h="342065">
                <a:moveTo>
                  <a:pt x="1353000" y="0"/>
                </a:moveTo>
                <a:cubicBezTo>
                  <a:pt x="1465225" y="0"/>
                  <a:pt x="1556200" y="76574"/>
                  <a:pt x="1556200" y="171033"/>
                </a:cubicBezTo>
                <a:cubicBezTo>
                  <a:pt x="1556200" y="265491"/>
                  <a:pt x="1465225" y="342065"/>
                  <a:pt x="1353000" y="342065"/>
                </a:cubicBezTo>
                <a:lnTo>
                  <a:pt x="203200" y="342065"/>
                </a:lnTo>
                <a:cubicBezTo>
                  <a:pt x="90976" y="342065"/>
                  <a:pt x="0" y="265491"/>
                  <a:pt x="0" y="171033"/>
                </a:cubicBezTo>
                <a:cubicBezTo>
                  <a:pt x="0" y="76574"/>
                  <a:pt x="90976" y="0"/>
                  <a:pt x="203200" y="0"/>
                </a:cubicBezTo>
                <a:close/>
              </a:path>
            </a:pathLst>
          </a:custGeom>
          <a:solidFill>
            <a:srgbClr val="FF0079"/>
          </a:solidFill>
        </p:spPr>
        <p:txBody>
          <a:bodyPr/>
          <a:lstStyle/>
          <a:p>
            <a:endParaRPr lang="es-ES"/>
          </a:p>
        </p:txBody>
      </p:sp>
      <p:sp>
        <p:nvSpPr>
          <p:cNvPr id="8" name="TextBox 33">
            <a:extLst>
              <a:ext uri="{FF2B5EF4-FFF2-40B4-BE49-F238E27FC236}">
                <a16:creationId xmlns:a16="http://schemas.microsoft.com/office/drawing/2014/main" id="{28A1A2D8-83FE-C7F9-5BFB-EB2622421AC7}"/>
              </a:ext>
            </a:extLst>
          </p:cNvPr>
          <p:cNvSpPr txBox="1"/>
          <p:nvPr userDrawn="1"/>
        </p:nvSpPr>
        <p:spPr>
          <a:xfrm>
            <a:off x="7483732" y="4737911"/>
            <a:ext cx="3320536" cy="81117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57"/>
              </a:lnSpc>
            </a:pPr>
            <a:r>
              <a: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SHOW ME THE CODE!</a:t>
            </a:r>
          </a:p>
        </p:txBody>
      </p:sp>
    </p:spTree>
    <p:extLst>
      <p:ext uri="{BB962C8B-B14F-4D97-AF65-F5344CB8AC3E}">
        <p14:creationId xmlns:p14="http://schemas.microsoft.com/office/powerpoint/2010/main" val="48422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¡Gracias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2">
            <a:extLst>
              <a:ext uri="{FF2B5EF4-FFF2-40B4-BE49-F238E27FC236}">
                <a16:creationId xmlns:a16="http://schemas.microsoft.com/office/drawing/2014/main" id="{D87C7580-BE89-FBBE-5878-5C91767AE349}"/>
              </a:ext>
            </a:extLst>
          </p:cNvPr>
          <p:cNvSpPr/>
          <p:nvPr userDrawn="1"/>
        </p:nvSpPr>
        <p:spPr>
          <a:xfrm>
            <a:off x="7239000" y="4819208"/>
            <a:ext cx="3320536" cy="729880"/>
          </a:xfrm>
          <a:custGeom>
            <a:avLst/>
            <a:gdLst/>
            <a:ahLst/>
            <a:cxnLst/>
            <a:rect l="l" t="t" r="r" b="b"/>
            <a:pathLst>
              <a:path w="1556200" h="342065">
                <a:moveTo>
                  <a:pt x="1353000" y="0"/>
                </a:moveTo>
                <a:cubicBezTo>
                  <a:pt x="1465225" y="0"/>
                  <a:pt x="1556200" y="76574"/>
                  <a:pt x="1556200" y="171033"/>
                </a:cubicBezTo>
                <a:cubicBezTo>
                  <a:pt x="1556200" y="265491"/>
                  <a:pt x="1465225" y="342065"/>
                  <a:pt x="1353000" y="342065"/>
                </a:cubicBezTo>
                <a:lnTo>
                  <a:pt x="203200" y="342065"/>
                </a:lnTo>
                <a:cubicBezTo>
                  <a:pt x="90976" y="342065"/>
                  <a:pt x="0" y="265491"/>
                  <a:pt x="0" y="171033"/>
                </a:cubicBezTo>
                <a:cubicBezTo>
                  <a:pt x="0" y="76574"/>
                  <a:pt x="90976" y="0"/>
                  <a:pt x="203200" y="0"/>
                </a:cubicBezTo>
                <a:close/>
              </a:path>
            </a:pathLst>
          </a:custGeom>
          <a:solidFill>
            <a:srgbClr val="FF0079"/>
          </a:solidFill>
        </p:spPr>
        <p:txBody>
          <a:bodyPr/>
          <a:lstStyle/>
          <a:p>
            <a:endParaRPr lang="es-ES"/>
          </a:p>
        </p:txBody>
      </p:sp>
      <p:sp>
        <p:nvSpPr>
          <p:cNvPr id="8" name="TextBox 33">
            <a:extLst>
              <a:ext uri="{FF2B5EF4-FFF2-40B4-BE49-F238E27FC236}">
                <a16:creationId xmlns:a16="http://schemas.microsoft.com/office/drawing/2014/main" id="{28A1A2D8-83FE-C7F9-5BFB-EB2622421AC7}"/>
              </a:ext>
            </a:extLst>
          </p:cNvPr>
          <p:cNvSpPr txBox="1"/>
          <p:nvPr userDrawn="1"/>
        </p:nvSpPr>
        <p:spPr>
          <a:xfrm>
            <a:off x="7239000" y="4737912"/>
            <a:ext cx="3320536" cy="81117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157"/>
              </a:lnSpc>
            </a:pPr>
            <a:r>
              <a:rPr lang="en-US" sz="2255" b="1" spc="-24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¡Gracias!</a:t>
            </a:r>
          </a:p>
        </p:txBody>
      </p:sp>
    </p:spTree>
    <p:extLst>
      <p:ext uri="{BB962C8B-B14F-4D97-AF65-F5344CB8AC3E}">
        <p14:creationId xmlns:p14="http://schemas.microsoft.com/office/powerpoint/2010/main" val="567272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¡Gracias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14749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177309-239C-4CBA-AC5B-7B004B4B9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AAF5D-845C-40E2-8A5C-4855A0F9F2F9}" type="datetimeFigureOut">
              <a:rPr lang="en-GB" smtClean="0"/>
              <a:t>10/04/2025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98C24F-B787-427A-81BD-89B0E06DF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8373E-498E-4801-9B4F-63E058C5B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00206-A281-45C3-8DC9-226F6820D96C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331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7373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7373600" cy="7658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9486900"/>
            <a:ext cx="4648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62600" y="9486900"/>
            <a:ext cx="678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573000" y="9486900"/>
            <a:ext cx="525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0043FF0-1FA2-8DE5-332D-E02F544F2258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-1" y="0"/>
            <a:ext cx="18287999" cy="10287000"/>
          </a:xfrm>
          <a:prstGeom prst="rect">
            <a:avLst/>
          </a:prstGeom>
        </p:spPr>
      </p:pic>
      <p:sp>
        <p:nvSpPr>
          <p:cNvPr id="16" name="Freeform 3">
            <a:extLst>
              <a:ext uri="{FF2B5EF4-FFF2-40B4-BE49-F238E27FC236}">
                <a16:creationId xmlns:a16="http://schemas.microsoft.com/office/drawing/2014/main" id="{9DF7ABFB-B0ED-F2F0-97E4-C74D667208AB}"/>
              </a:ext>
            </a:extLst>
          </p:cNvPr>
          <p:cNvSpPr/>
          <p:nvPr userDrawn="1"/>
        </p:nvSpPr>
        <p:spPr>
          <a:xfrm>
            <a:off x="-2667616" y="4193073"/>
            <a:ext cx="10031001" cy="8229600"/>
          </a:xfrm>
          <a:custGeom>
            <a:avLst/>
            <a:gdLst/>
            <a:ahLst/>
            <a:cxnLst/>
            <a:rect l="l" t="t" r="r" b="b"/>
            <a:pathLst>
              <a:path w="10031001" h="822960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7" name="Freeform 4">
            <a:extLst>
              <a:ext uri="{FF2B5EF4-FFF2-40B4-BE49-F238E27FC236}">
                <a16:creationId xmlns:a16="http://schemas.microsoft.com/office/drawing/2014/main" id="{CFF8E8D5-76B9-9799-574A-582D861605B2}"/>
              </a:ext>
            </a:extLst>
          </p:cNvPr>
          <p:cNvSpPr/>
          <p:nvPr userDrawn="1"/>
        </p:nvSpPr>
        <p:spPr>
          <a:xfrm rot="4413099" flipH="1">
            <a:off x="10760248" y="1385408"/>
            <a:ext cx="11741660" cy="8761288"/>
          </a:xfrm>
          <a:custGeom>
            <a:avLst/>
            <a:gdLst/>
            <a:ahLst/>
            <a:cxnLst/>
            <a:rect l="l" t="t" r="r" b="b"/>
            <a:pathLst>
              <a:path w="11741660" h="8761288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>
            <a:blip r:embed="rId21">
              <a:alphaModFix amt="72000"/>
            </a:blip>
            <a:stretch>
              <a:fillRect l="-17976" t="-20400" r="-364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A80EE9E8-5730-27B6-2A5F-9C1DFC5FC470}"/>
              </a:ext>
            </a:extLst>
          </p:cNvPr>
          <p:cNvSpPr/>
          <p:nvPr userDrawn="1"/>
        </p:nvSpPr>
        <p:spPr>
          <a:xfrm flipH="1">
            <a:off x="0" y="-587307"/>
            <a:ext cx="9326019" cy="7037809"/>
          </a:xfrm>
          <a:custGeom>
            <a:avLst/>
            <a:gdLst/>
            <a:ahLst/>
            <a:cxnLst/>
            <a:rect l="l" t="t" r="r" b="b"/>
            <a:pathLst>
              <a:path w="9326019" h="7037809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>
            <a:blip r:embed="rId21">
              <a:alphaModFix amt="91000"/>
            </a:blip>
            <a:stretch>
              <a:fillRect t="-8723" r="-11075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4" name="Freeform 2">
            <a:extLst>
              <a:ext uri="{FF2B5EF4-FFF2-40B4-BE49-F238E27FC236}">
                <a16:creationId xmlns:a16="http://schemas.microsoft.com/office/drawing/2014/main" id="{F443F0E7-917C-9D0A-F35B-C9C56C5E33BD}"/>
              </a:ext>
            </a:extLst>
          </p:cNvPr>
          <p:cNvSpPr/>
          <p:nvPr userDrawn="1"/>
        </p:nvSpPr>
        <p:spPr>
          <a:xfrm rot="-9507860">
            <a:off x="8420533" y="-4243551"/>
            <a:ext cx="10764274" cy="10544503"/>
          </a:xfrm>
          <a:custGeom>
            <a:avLst/>
            <a:gdLst/>
            <a:ahLst/>
            <a:cxnLst/>
            <a:rect l="l" t="t" r="r" b="b"/>
            <a:pathLst>
              <a:path w="10764274" h="10544503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9" name="AutoShape 6">
            <a:extLst>
              <a:ext uri="{FF2B5EF4-FFF2-40B4-BE49-F238E27FC236}">
                <a16:creationId xmlns:a16="http://schemas.microsoft.com/office/drawing/2014/main" id="{EB1DB744-EFB5-32B5-0F72-E7B9D7C7B531}"/>
              </a:ext>
            </a:extLst>
          </p:cNvPr>
          <p:cNvSpPr/>
          <p:nvPr userDrawn="1"/>
        </p:nvSpPr>
        <p:spPr>
          <a:xfrm>
            <a:off x="781223" y="1386286"/>
            <a:ext cx="13881970" cy="0"/>
          </a:xfrm>
          <a:prstGeom prst="line">
            <a:avLst/>
          </a:prstGeom>
          <a:ln w="9525" cap="flat">
            <a:solidFill>
              <a:srgbClr val="ADAD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59F11152-4D75-AF25-FD36-CFF0F9CD6332}"/>
              </a:ext>
            </a:extLst>
          </p:cNvPr>
          <p:cNvSpPr/>
          <p:nvPr userDrawn="1"/>
        </p:nvSpPr>
        <p:spPr>
          <a:xfrm>
            <a:off x="16817117" y="972347"/>
            <a:ext cx="710926" cy="818353"/>
          </a:xfrm>
          <a:custGeom>
            <a:avLst/>
            <a:gdLst/>
            <a:ahLst/>
            <a:cxnLst/>
            <a:rect l="l" t="t" r="r" b="b"/>
            <a:pathLst>
              <a:path w="710926" h="818353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720" r="-720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1" name="AutoShape 8">
            <a:extLst>
              <a:ext uri="{FF2B5EF4-FFF2-40B4-BE49-F238E27FC236}">
                <a16:creationId xmlns:a16="http://schemas.microsoft.com/office/drawing/2014/main" id="{2240B8D7-6B92-7532-F824-16D4E1B27FBD}"/>
              </a:ext>
            </a:extLst>
          </p:cNvPr>
          <p:cNvSpPr/>
          <p:nvPr userDrawn="1"/>
        </p:nvSpPr>
        <p:spPr>
          <a:xfrm flipV="1">
            <a:off x="781222" y="9525040"/>
            <a:ext cx="16746822" cy="0"/>
          </a:xfrm>
          <a:prstGeom prst="line">
            <a:avLst/>
          </a:prstGeom>
          <a:ln w="9525" cap="flat">
            <a:solidFill>
              <a:srgbClr val="ADADA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D77EB46C-8E16-0562-D2DE-5C0D06D62A3A}"/>
              </a:ext>
            </a:extLst>
          </p:cNvPr>
          <p:cNvSpPr txBox="1"/>
          <p:nvPr userDrawn="1"/>
        </p:nvSpPr>
        <p:spPr>
          <a:xfrm>
            <a:off x="14981708" y="1216145"/>
            <a:ext cx="1715604" cy="29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1"/>
              </a:lnSpc>
            </a:pPr>
            <a:r>
              <a:rPr lang="en-US" sz="1643" b="1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&lt;</a:t>
            </a:r>
            <a:r>
              <a:rPr lang="en-US" sz="1643" b="1" err="1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NetCoreConf</a:t>
            </a:r>
            <a:r>
              <a:rPr lang="en-US" sz="1643" b="1">
                <a:solidFill>
                  <a:srgbClr val="D9D9D9"/>
                </a:solidFill>
                <a:latin typeface="Poppins Bold"/>
                <a:ea typeface="Poppins Bold"/>
                <a:cs typeface="Poppins Bold"/>
                <a:sym typeface="Poppins Bold"/>
              </a:rPr>
              <a:t>/&gt;</a:t>
            </a: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25A70565-7B21-BF49-6FC1-32F7E58C6E5D}"/>
              </a:ext>
            </a:extLst>
          </p:cNvPr>
          <p:cNvSpPr txBox="1"/>
          <p:nvPr userDrawn="1"/>
        </p:nvSpPr>
        <p:spPr>
          <a:xfrm>
            <a:off x="14877799" y="1548610"/>
            <a:ext cx="1715604" cy="24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1"/>
              </a:lnSpc>
            </a:pP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Barcelona ‘25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9" r:id="rId2"/>
    <p:sldLayoutId id="2147483657" r:id="rId3"/>
    <p:sldLayoutId id="2147483656" r:id="rId4"/>
    <p:sldLayoutId id="2147483660" r:id="rId5"/>
    <p:sldLayoutId id="2147483664" r:id="rId6"/>
    <p:sldLayoutId id="2147483670" r:id="rId7"/>
    <p:sldLayoutId id="2147483661" r:id="rId8"/>
    <p:sldLayoutId id="2147483665" r:id="rId9"/>
    <p:sldLayoutId id="2147483662" r:id="rId10"/>
    <p:sldLayoutId id="2147483666" r:id="rId11"/>
    <p:sldLayoutId id="2147483663" r:id="rId12"/>
    <p:sldLayoutId id="2147483667" r:id="rId13"/>
    <p:sldLayoutId id="2147483668" r:id="rId14"/>
    <p:sldLayoutId id="2147483658" r:id="rId15"/>
    <p:sldLayoutId id="2147483669" r:id="rId16"/>
    <p:sldLayoutId id="2147483671" r:id="rId1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microsoft.com/office/2007/relationships/hdphoto" Target="../media/hdphoto1.wdp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832654A5-11F5-C996-E884-059C472600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/>
              <a:t>Power Platform: Un viaje desde las tecnologías Low-code hacia las </a:t>
            </a:r>
            <a:r>
              <a:rPr lang="es-ES" err="1"/>
              <a:t>Pro-code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B6B192-54D1-9F73-01D1-7326DAE71D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s-ES"/>
              <a:t>Emiliano Montesdeoca</a:t>
            </a:r>
            <a:br>
              <a:rPr lang="es-ES"/>
            </a:br>
            <a:br>
              <a:rPr lang="es-ES"/>
            </a:br>
            <a:r>
              <a:rPr lang="es-ES"/>
              <a:t>Eickhel Mendoza</a:t>
            </a:r>
          </a:p>
        </p:txBody>
      </p:sp>
    </p:spTree>
    <p:extLst>
      <p:ext uri="{BB962C8B-B14F-4D97-AF65-F5344CB8AC3E}">
        <p14:creationId xmlns:p14="http://schemas.microsoft.com/office/powerpoint/2010/main" val="3127779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7596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BC045B0-7B0B-48EE-2A61-E6B4F22D8D7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214443" y="2247900"/>
            <a:ext cx="11859113" cy="6427639"/>
          </a:xfrm>
          <a:prstGeom prst="roundRect">
            <a:avLst>
              <a:gd name="adj" fmla="val 5647"/>
            </a:avLst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979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4299A-3E26-637A-9448-13490BB9F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">
            <a:extLst>
              <a:ext uri="{FF2B5EF4-FFF2-40B4-BE49-F238E27FC236}">
                <a16:creationId xmlns:a16="http://schemas.microsoft.com/office/drawing/2014/main" id="{CC714EDF-7504-5E06-2A33-3A13E1C479C4}"/>
              </a:ext>
            </a:extLst>
          </p:cNvPr>
          <p:cNvSpPr txBox="1"/>
          <p:nvPr/>
        </p:nvSpPr>
        <p:spPr>
          <a:xfrm>
            <a:off x="1036703" y="2095500"/>
            <a:ext cx="729156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371551">
              <a:defRPr/>
            </a:pPr>
            <a:r>
              <a:rPr lang="es-ES" sz="6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Eickhel Mendoza</a:t>
            </a:r>
          </a:p>
        </p:txBody>
      </p:sp>
      <p:pic>
        <p:nvPicPr>
          <p:cNvPr id="2" name="Picture Placeholder 2" descr="A person in a vest&#10;&#10;Description automatically generated">
            <a:extLst>
              <a:ext uri="{FF2B5EF4-FFF2-40B4-BE49-F238E27FC236}">
                <a16:creationId xmlns:a16="http://schemas.microsoft.com/office/drawing/2014/main" id="{E5B661C5-A0EC-A7CB-83E3-EF5806785C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838" r="13838"/>
          <a:stretch>
            <a:fillRect/>
          </a:stretch>
        </p:blipFill>
        <p:spPr>
          <a:xfrm>
            <a:off x="11658600" y="2095500"/>
            <a:ext cx="5084483" cy="7029450"/>
          </a:xfrm>
          <a:prstGeom prst="roundRect">
            <a:avLst>
              <a:gd name="adj" fmla="val 4443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36">
            <a:extLst>
              <a:ext uri="{FF2B5EF4-FFF2-40B4-BE49-F238E27FC236}">
                <a16:creationId xmlns:a16="http://schemas.microsoft.com/office/drawing/2014/main" id="{350F326C-0E09-7E81-B88D-C7D7B9B89ECB}"/>
              </a:ext>
            </a:extLst>
          </p:cNvPr>
          <p:cNvSpPr txBox="1"/>
          <p:nvPr/>
        </p:nvSpPr>
        <p:spPr>
          <a:xfrm>
            <a:off x="1036703" y="3605377"/>
            <a:ext cx="8639595" cy="5776009"/>
          </a:xfrm>
          <a:prstGeom prst="rect">
            <a:avLst/>
          </a:prstGeom>
        </p:spPr>
        <p:txBody>
          <a:bodyPr vert="horz" lIns="137160" tIns="68580" rIns="137160" bIns="68580" rtlCol="0" anchor="t">
            <a:normAutofit lnSpcReduction="1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371600">
              <a:lnSpc>
                <a:spcPct val="90000"/>
              </a:lnSpc>
              <a:spcAft>
                <a:spcPts val="900"/>
              </a:spcAft>
              <a:defRPr/>
            </a:pPr>
            <a:r>
              <a:rPr lang="es-ES" sz="3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Business Apps MVP</a:t>
            </a:r>
          </a:p>
          <a:p>
            <a:pPr defTabSz="1371600">
              <a:lnSpc>
                <a:spcPct val="90000"/>
              </a:lnSpc>
              <a:spcAft>
                <a:spcPts val="900"/>
              </a:spcAft>
              <a:defRPr/>
            </a:pPr>
            <a:r>
              <a:rPr lang="es-ES" sz="3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Business Apps Manager @ Intelequia Technologies</a:t>
            </a:r>
          </a:p>
          <a:p>
            <a:pPr defTabSz="1371600">
              <a:lnSpc>
                <a:spcPct val="90000"/>
              </a:lnSpc>
              <a:spcAft>
                <a:spcPts val="900"/>
              </a:spcAft>
              <a:defRPr/>
            </a:pPr>
            <a:r>
              <a:rPr lang="es-ES" sz="3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Autor del Power Apps Cookbook</a:t>
            </a:r>
          </a:p>
          <a:p>
            <a:pPr defTabSz="1371600">
              <a:lnSpc>
                <a:spcPct val="90000"/>
              </a:lnSpc>
              <a:spcAft>
                <a:spcPts val="900"/>
              </a:spcAft>
              <a:defRPr/>
            </a:pPr>
            <a:r>
              <a:rPr lang="es-ES" sz="3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Miembro del comité organizador del </a:t>
            </a:r>
            <a:r>
              <a:rPr lang="es-ES" sz="300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Bizz</a:t>
            </a:r>
            <a:r>
              <a:rPr lang="es-ES" sz="3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Summit</a:t>
            </a:r>
          </a:p>
          <a:p>
            <a:pPr defTabSz="1371600">
              <a:lnSpc>
                <a:spcPct val="90000"/>
              </a:lnSpc>
              <a:spcAft>
                <a:spcPts val="900"/>
              </a:spcAft>
              <a:defRPr/>
            </a:pPr>
            <a:endParaRPr lang="es-ES" sz="300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defTabSz="1371600">
              <a:lnSpc>
                <a:spcPct val="90000"/>
              </a:lnSpc>
              <a:spcAft>
                <a:spcPts val="900"/>
              </a:spcAft>
              <a:defRPr/>
            </a:pPr>
            <a:endParaRPr lang="es-ES" sz="300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defTabSz="1371600">
              <a:lnSpc>
                <a:spcPct val="90000"/>
              </a:lnSpc>
              <a:spcAft>
                <a:spcPts val="900"/>
              </a:spcAft>
              <a:defRPr/>
            </a:pPr>
            <a:r>
              <a:rPr lang="es-ES" sz="3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@eickhel</a:t>
            </a:r>
          </a:p>
          <a:p>
            <a:pPr defTabSz="1371600">
              <a:lnSpc>
                <a:spcPct val="90000"/>
              </a:lnSpc>
              <a:spcAft>
                <a:spcPts val="900"/>
              </a:spcAft>
              <a:defRPr/>
            </a:pPr>
            <a:endParaRPr lang="es-ES" sz="300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defTabSz="1371600">
              <a:lnSpc>
                <a:spcPct val="90000"/>
              </a:lnSpc>
              <a:spcAft>
                <a:spcPts val="900"/>
              </a:spcAft>
              <a:defRPr/>
            </a:pPr>
            <a:endParaRPr lang="es-ES" sz="3000" spc="-75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defTabSz="1371600">
              <a:lnSpc>
                <a:spcPct val="90000"/>
              </a:lnSpc>
              <a:spcAft>
                <a:spcPts val="900"/>
              </a:spcAft>
              <a:defRPr/>
            </a:pPr>
            <a:r>
              <a:rPr lang="es-ES" sz="3000" spc="-75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intelequia.com</a:t>
            </a:r>
          </a:p>
          <a:p>
            <a:pPr defTabSz="1371600">
              <a:lnSpc>
                <a:spcPct val="90000"/>
              </a:lnSpc>
              <a:spcAft>
                <a:spcPts val="900"/>
              </a:spcAft>
              <a:defRPr/>
            </a:pPr>
            <a:r>
              <a:rPr lang="es-ES" sz="3000" spc="-75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powernimbus.com</a:t>
            </a:r>
            <a:endParaRPr lang="es-ES" sz="300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D4395630-9E61-5EEB-B2D2-14940326FAB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1000"/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351" y="6482335"/>
            <a:ext cx="413765" cy="41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404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9B422-7852-D5C8-1AE9-959565D59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">
            <a:extLst>
              <a:ext uri="{FF2B5EF4-FFF2-40B4-BE49-F238E27FC236}">
                <a16:creationId xmlns:a16="http://schemas.microsoft.com/office/drawing/2014/main" id="{FCDD7E1C-D143-A3C9-00D5-458C654B93E2}"/>
              </a:ext>
            </a:extLst>
          </p:cNvPr>
          <p:cNvSpPr txBox="1"/>
          <p:nvPr/>
        </p:nvSpPr>
        <p:spPr>
          <a:xfrm>
            <a:off x="1036703" y="2095500"/>
            <a:ext cx="947889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371551">
              <a:defRPr/>
            </a:pPr>
            <a:r>
              <a:rPr lang="es-ES" sz="66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Emiliano Montesdeoca</a:t>
            </a:r>
          </a:p>
        </p:txBody>
      </p:sp>
      <p:sp>
        <p:nvSpPr>
          <p:cNvPr id="10" name="TextBox 36">
            <a:extLst>
              <a:ext uri="{FF2B5EF4-FFF2-40B4-BE49-F238E27FC236}">
                <a16:creationId xmlns:a16="http://schemas.microsoft.com/office/drawing/2014/main" id="{37102FE6-290E-CB87-EBA0-8F15B47B8279}"/>
              </a:ext>
            </a:extLst>
          </p:cNvPr>
          <p:cNvSpPr txBox="1"/>
          <p:nvPr/>
        </p:nvSpPr>
        <p:spPr>
          <a:xfrm>
            <a:off x="1036703" y="3605377"/>
            <a:ext cx="8639595" cy="5776009"/>
          </a:xfrm>
          <a:prstGeom prst="rect">
            <a:avLst/>
          </a:prstGeom>
        </p:spPr>
        <p:txBody>
          <a:bodyPr vert="horz" lIns="137160" tIns="68580" rIns="137160" bIns="68580"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371600">
              <a:lnSpc>
                <a:spcPct val="90000"/>
              </a:lnSpc>
              <a:spcAft>
                <a:spcPts val="900"/>
              </a:spcAft>
              <a:defRPr/>
            </a:pPr>
            <a:r>
              <a:rPr lang="es-ES" sz="3000" err="1">
                <a:solidFill>
                  <a:schemeClr val="bg1"/>
                </a:solidFill>
                <a:latin typeface="Segoe UI Light"/>
                <a:cs typeface="Segoe UI Light"/>
              </a:rPr>
              <a:t>Developer</a:t>
            </a:r>
            <a:r>
              <a:rPr lang="es-ES" sz="3000">
                <a:solidFill>
                  <a:schemeClr val="bg1"/>
                </a:solidFill>
                <a:latin typeface="Segoe UI Light"/>
                <a:cs typeface="Segoe UI Light"/>
              </a:rPr>
              <a:t> Technologies MVP</a:t>
            </a:r>
          </a:p>
          <a:p>
            <a:pPr defTabSz="1371600">
              <a:lnSpc>
                <a:spcPct val="90000"/>
              </a:lnSpc>
              <a:spcAft>
                <a:spcPts val="900"/>
              </a:spcAft>
              <a:defRPr/>
            </a:pPr>
            <a:r>
              <a:rPr lang="es-ES" sz="3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Team Lead @ Intelequia Technologies</a:t>
            </a:r>
          </a:p>
          <a:p>
            <a:pPr defTabSz="1371600">
              <a:lnSpc>
                <a:spcPct val="90000"/>
              </a:lnSpc>
              <a:spcAft>
                <a:spcPts val="900"/>
              </a:spcAft>
              <a:defRPr/>
            </a:pPr>
            <a:endParaRPr lang="es-ES" sz="300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defTabSz="1371600">
              <a:lnSpc>
                <a:spcPct val="90000"/>
              </a:lnSpc>
              <a:spcAft>
                <a:spcPts val="900"/>
              </a:spcAft>
              <a:defRPr/>
            </a:pPr>
            <a:r>
              <a:rPr lang="es-ES" sz="3000">
                <a:solidFill>
                  <a:schemeClr val="bg1"/>
                </a:solidFill>
                <a:latin typeface="Segoe UI Light"/>
                <a:cs typeface="Segoe UI Light"/>
              </a:rPr>
              <a:t>@emimontesdeocaa</a:t>
            </a:r>
            <a:endParaRPr lang="es-ES" sz="300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defTabSz="1371600">
              <a:lnSpc>
                <a:spcPct val="90000"/>
              </a:lnSpc>
              <a:spcAft>
                <a:spcPts val="900"/>
              </a:spcAft>
              <a:defRPr/>
            </a:pPr>
            <a:r>
              <a:rPr lang="es-ES" sz="3000">
                <a:solidFill>
                  <a:schemeClr val="bg1"/>
                </a:solidFill>
                <a:latin typeface="Segoe UI Light"/>
                <a:cs typeface="Segoe UI Light"/>
              </a:rPr>
              <a:t>@emimontesdeoca </a:t>
            </a:r>
          </a:p>
          <a:p>
            <a:pPr defTabSz="1371600">
              <a:lnSpc>
                <a:spcPct val="90000"/>
              </a:lnSpc>
              <a:spcAft>
                <a:spcPts val="900"/>
              </a:spcAft>
              <a:defRPr/>
            </a:pPr>
            <a:endParaRPr lang="es-ES" sz="3000">
              <a:solidFill>
                <a:schemeClr val="bg1"/>
              </a:solidFill>
              <a:latin typeface="Segoe UI Light"/>
              <a:cs typeface="Segoe UI Light"/>
            </a:endParaRPr>
          </a:p>
          <a:p>
            <a:pPr defTabSz="1371600">
              <a:lnSpc>
                <a:spcPct val="90000"/>
              </a:lnSpc>
              <a:spcAft>
                <a:spcPts val="900"/>
              </a:spcAft>
              <a:defRPr/>
            </a:pPr>
            <a:r>
              <a:rPr lang="es-ES" sz="3000">
                <a:solidFill>
                  <a:schemeClr val="bg1"/>
                </a:solidFill>
                <a:latin typeface="Segoe UI Light"/>
                <a:cs typeface="Segoe UI Light"/>
              </a:rPr>
              <a:t>intelequia.com</a:t>
            </a:r>
            <a:endParaRPr lang="es-ES">
              <a:solidFill>
                <a:schemeClr val="bg1"/>
              </a:solidFill>
              <a:latin typeface="Segoe UI Light"/>
              <a:cs typeface="Segoe UI Light"/>
            </a:endParaRPr>
          </a:p>
          <a:p>
            <a:pPr defTabSz="1371600">
              <a:lnSpc>
                <a:spcPct val="90000"/>
              </a:lnSpc>
              <a:spcAft>
                <a:spcPts val="900"/>
              </a:spcAft>
              <a:defRPr/>
            </a:pPr>
            <a:r>
              <a:rPr lang="es-ES" sz="3000">
                <a:solidFill>
                  <a:schemeClr val="bg1"/>
                </a:solidFill>
                <a:latin typeface="Segoe UI Light"/>
                <a:cs typeface="Segoe UI Light"/>
              </a:rPr>
              <a:t>blog.emilianomontesdeoca.com</a:t>
            </a:r>
          </a:p>
          <a:p>
            <a:pPr defTabSz="1371600">
              <a:lnSpc>
                <a:spcPct val="90000"/>
              </a:lnSpc>
              <a:spcAft>
                <a:spcPts val="900"/>
              </a:spcAft>
              <a:defRPr/>
            </a:pPr>
            <a:endParaRPr lang="es-ES" sz="300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defTabSz="1371600">
              <a:lnSpc>
                <a:spcPct val="90000"/>
              </a:lnSpc>
              <a:spcAft>
                <a:spcPts val="900"/>
              </a:spcAft>
              <a:defRPr/>
            </a:pPr>
            <a:endParaRPr lang="es-ES" sz="300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 descr="Un hombre con una gorra negra&#10;&#10;El contenido generado por inteligencia artificial puede ser incorrecto.">
            <a:extLst>
              <a:ext uri="{FF2B5EF4-FFF2-40B4-BE49-F238E27FC236}">
                <a16:creationId xmlns:a16="http://schemas.microsoft.com/office/drawing/2014/main" id="{013C8198-594C-A0B0-1591-6788F3C63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1925" y="3390900"/>
            <a:ext cx="5291138" cy="4148137"/>
          </a:xfrm>
          <a:prstGeom prst="rect">
            <a:avLst/>
          </a:prstGeom>
        </p:spPr>
      </p:pic>
      <p:pic>
        <p:nvPicPr>
          <p:cNvPr id="6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81421113-E73E-8871-8788-434E4D98237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1000"/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1112" y="5814837"/>
            <a:ext cx="413765" cy="413765"/>
          </a:xfrm>
          <a:prstGeom prst="rect">
            <a:avLst/>
          </a:prstGeom>
        </p:spPr>
      </p:pic>
      <p:pic>
        <p:nvPicPr>
          <p:cNvPr id="7" name="Imagen 6" descr="X logo">
            <a:extLst>
              <a:ext uri="{FF2B5EF4-FFF2-40B4-BE49-F238E27FC236}">
                <a16:creationId xmlns:a16="http://schemas.microsoft.com/office/drawing/2014/main" id="{2F4DCCA2-78F6-1AEC-0D40-92C71575DE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8536" y="5275726"/>
            <a:ext cx="274658" cy="37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246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ED1DF-2FDE-9E88-E24E-1C6C9E4042A8}"/>
              </a:ext>
            </a:extLst>
          </p:cNvPr>
          <p:cNvSpPr txBox="1">
            <a:spLocks/>
          </p:cNvSpPr>
          <p:nvPr/>
        </p:nvSpPr>
        <p:spPr>
          <a:xfrm>
            <a:off x="2286000" y="2857500"/>
            <a:ext cx="12877800" cy="3174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>
                <a:solidFill>
                  <a:schemeClr val="tx1">
                    <a:lumMod val="75000"/>
                    <a:lumOff val="2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Microsoft Power Platform</a:t>
            </a:r>
          </a:p>
        </p:txBody>
      </p:sp>
    </p:spTree>
    <p:extLst>
      <p:ext uri="{BB962C8B-B14F-4D97-AF65-F5344CB8AC3E}">
        <p14:creationId xmlns:p14="http://schemas.microsoft.com/office/powerpoint/2010/main" val="4248999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61">
            <a:extLst>
              <a:ext uri="{FF2B5EF4-FFF2-40B4-BE49-F238E27FC236}">
                <a16:creationId xmlns:a16="http://schemas.microsoft.com/office/drawing/2014/main" id="{E71B9FEE-0E5A-FDD9-9105-17824CEB6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706817" y="2243045"/>
            <a:ext cx="10653713" cy="6628878"/>
          </a:xfrm>
          <a:prstGeom prst="roundRect">
            <a:avLst>
              <a:gd name="adj" fmla="val 5293"/>
            </a:avLst>
          </a:prstGeom>
          <a:noFill/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9956" rIns="0" bIns="69956" numCol="1" rtlCol="0" anchor="ctr" anchorCtr="0" compatLnSpc="1">
            <a:prstTxWarp prst="textNoShape">
              <a:avLst/>
            </a:prstTxWarp>
          </a:bodyPr>
          <a:lstStyle/>
          <a:p>
            <a:pPr algn="ctr" defTabSz="1398708" fontAlgn="base">
              <a:spcBef>
                <a:spcPct val="0"/>
              </a:spcBef>
              <a:spcAft>
                <a:spcPct val="0"/>
              </a:spcAft>
              <a:defRPr/>
            </a:pPr>
            <a:endParaRPr lang="es-ES" sz="2400">
              <a:solidFill>
                <a:prstClr val="black">
                  <a:lumMod val="75000"/>
                  <a:lumOff val="25000"/>
                </a:prstClr>
              </a:solidFill>
              <a:latin typeface="Segoe UI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A97C4E-7836-8FF2-B01C-8D110CD5C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278567" y="1878356"/>
            <a:ext cx="5730840" cy="830997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69956" rIns="0" bIns="69956" numCol="1" rtlCol="0" anchor="ctr" anchorCtr="0" compatLnSpc="1">
            <a:prstTxWarp prst="textNoShape">
              <a:avLst/>
            </a:prstTxWarp>
          </a:bodyPr>
          <a:lstStyle/>
          <a:p>
            <a:pPr algn="ctr" defTabSz="1398708" fontAlgn="base">
              <a:spcBef>
                <a:spcPct val="0"/>
              </a:spcBef>
              <a:spcAft>
                <a:spcPct val="0"/>
              </a:spcAft>
              <a:defRPr/>
            </a:pPr>
            <a:endParaRPr lang="es-ES" sz="2400">
              <a:solidFill>
                <a:prstClr val="black">
                  <a:lumMod val="75000"/>
                  <a:lumOff val="25000"/>
                </a:prstClr>
              </a:solidFill>
              <a:latin typeface="Segoe UI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35A42AD-A776-758A-D71F-355C1CA92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6485" y="3464672"/>
            <a:ext cx="724566" cy="724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7D98F19-47E1-0B06-BD5F-F84EA9C25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4082" y="3412917"/>
            <a:ext cx="828078" cy="828075"/>
          </a:xfrm>
          <a:prstGeom prst="rect">
            <a:avLst/>
          </a:prstGeom>
        </p:spPr>
      </p:pic>
      <p:pic>
        <p:nvPicPr>
          <p:cNvPr id="23" name="Picture 4">
            <a:extLst>
              <a:ext uri="{FF2B5EF4-FFF2-40B4-BE49-F238E27FC236}">
                <a16:creationId xmlns:a16="http://schemas.microsoft.com/office/drawing/2014/main" id="{A6B18773-47CD-4B36-2996-FB7478AAD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272" y="4873023"/>
            <a:ext cx="828075" cy="82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0">
            <a:extLst>
              <a:ext uri="{FF2B5EF4-FFF2-40B4-BE49-F238E27FC236}">
                <a16:creationId xmlns:a16="http://schemas.microsoft.com/office/drawing/2014/main" id="{B3B4918E-A9F4-74AE-442E-F87E5AD86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692348" y="4873023"/>
            <a:ext cx="828075" cy="82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1231">
            <a:extLst>
              <a:ext uri="{FF2B5EF4-FFF2-40B4-BE49-F238E27FC236}">
                <a16:creationId xmlns:a16="http://schemas.microsoft.com/office/drawing/2014/main" id="{8EFB41D4-92E0-B753-09AE-2027D33E5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30583" y="3326819"/>
            <a:ext cx="3155654" cy="10002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1291877">
              <a:spcAft>
                <a:spcPts val="600"/>
              </a:spcAft>
              <a:defRPr/>
            </a:pPr>
            <a:r>
              <a:rPr lang="es-ES" sz="2400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Power Apps</a:t>
            </a:r>
          </a:p>
          <a:p>
            <a:pPr defTabSz="1291877">
              <a:spcAft>
                <a:spcPts val="600"/>
              </a:spcAft>
              <a:defRPr/>
            </a:pPr>
            <a:r>
              <a:rPr lang="es-ES">
                <a:gradFill>
                  <a:gsLst>
                    <a:gs pos="0">
                      <a:srgbClr val="4472C4"/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2700000" scaled="1"/>
                </a:gradFill>
                <a:latin typeface="Segoe UI"/>
                <a:cs typeface="Segoe UI Semibold" panose="020B0702040204020203" pitchFamily="34" charset="0"/>
              </a:rPr>
              <a:t>Para el desarrollo de aplicaciones de bajo código</a:t>
            </a:r>
          </a:p>
        </p:txBody>
      </p:sp>
      <p:sp>
        <p:nvSpPr>
          <p:cNvPr id="26" name="Rectangle 1231">
            <a:extLst>
              <a:ext uri="{FF2B5EF4-FFF2-40B4-BE49-F238E27FC236}">
                <a16:creationId xmlns:a16="http://schemas.microsoft.com/office/drawing/2014/main" id="{9C9DB5C5-B4F6-9D11-1EBB-8515AA75F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3780" y="3326819"/>
            <a:ext cx="3773280" cy="10002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1291877">
              <a:spcAft>
                <a:spcPts val="600"/>
              </a:spcAft>
              <a:defRPr/>
            </a:pPr>
            <a:r>
              <a:rPr lang="es-ES" sz="2400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Power BI</a:t>
            </a:r>
          </a:p>
          <a:p>
            <a:pPr defTabSz="1291877">
              <a:spcAft>
                <a:spcPts val="600"/>
              </a:spcAft>
              <a:defRPr/>
            </a:pPr>
            <a:r>
              <a:rPr lang="es-ES">
                <a:gradFill>
                  <a:gsLst>
                    <a:gs pos="0">
                      <a:srgbClr val="4472C4"/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2700000" scaled="1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Para análisis e informes de exploración de datos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B9F1DBB-5249-4280-7B5A-CFA385E4C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11472" y="1903241"/>
            <a:ext cx="8665029" cy="1140540"/>
            <a:chOff x="3207657" y="1287940"/>
            <a:chExt cx="5776686" cy="760360"/>
          </a:xfrm>
        </p:grpSpPr>
        <p:sp>
          <p:nvSpPr>
            <p:cNvPr id="28" name="Title 1">
              <a:extLst>
                <a:ext uri="{FF2B5EF4-FFF2-40B4-BE49-F238E27FC236}">
                  <a16:creationId xmlns:a16="http://schemas.microsoft.com/office/drawing/2014/main" id="{0ABB2388-F8AC-3E29-49A3-99A5AA8227C9}"/>
                </a:ext>
              </a:extLst>
            </p:cNvPr>
            <p:cNvSpPr txBox="1">
              <a:spLocks/>
            </p:cNvSpPr>
            <p:nvPr/>
          </p:nvSpPr>
          <p:spPr>
            <a:xfrm>
              <a:off x="3207657" y="1707083"/>
              <a:ext cx="5776686" cy="341217"/>
            </a:xfrm>
            <a:prstGeom prst="rect">
              <a:avLst/>
            </a:prstGeom>
            <a:noFill/>
          </p:spPr>
          <p:txBody>
            <a:bodyPr lIns="0" rIns="0"/>
            <a:lstStyle>
              <a:lvl1pPr algn="l" defTabSz="932742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lang="en-US" sz="3600" b="0" kern="1200" cap="none" spc="-50" baseline="0" dirty="0" smtClean="0">
                  <a:ln w="3175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n-ea"/>
                  <a:cs typeface="Segoe UI" pitchFamily="34" charset="0"/>
                </a:defRPr>
              </a:lvl1pPr>
            </a:lstStyle>
            <a:p>
              <a:pPr algn="ctr" defTabSz="1399113">
                <a:defRPr/>
              </a:pPr>
              <a:r>
                <a:rPr lang="es-ES" sz="2100" spc="-75">
                  <a:gradFill>
                    <a:gsLst>
                      <a:gs pos="0">
                        <a:srgbClr val="4472C4"/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Segoe UI"/>
                </a:rPr>
                <a:t>No </a:t>
              </a:r>
              <a:r>
                <a:rPr lang="es-ES" sz="2100" spc="-75" err="1">
                  <a:gradFill>
                    <a:gsLst>
                      <a:gs pos="0">
                        <a:srgbClr val="4472C4"/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Segoe UI"/>
                </a:rPr>
                <a:t>code</a:t>
              </a:r>
              <a:r>
                <a:rPr lang="es-ES" sz="2100" spc="-75">
                  <a:gradFill>
                    <a:gsLst>
                      <a:gs pos="0">
                        <a:srgbClr val="4472C4"/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Segoe UI"/>
                </a:rPr>
                <a:t>, </a:t>
              </a:r>
              <a:r>
                <a:rPr lang="es-ES" sz="2100" spc="-75" err="1">
                  <a:gradFill>
                    <a:gsLst>
                      <a:gs pos="0">
                        <a:srgbClr val="4472C4"/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Segoe UI"/>
                </a:rPr>
                <a:t>low</a:t>
              </a:r>
              <a:r>
                <a:rPr lang="es-ES" sz="2100" spc="-75">
                  <a:gradFill>
                    <a:gsLst>
                      <a:gs pos="0">
                        <a:srgbClr val="4472C4"/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Segoe UI"/>
                </a:rPr>
                <a:t> </a:t>
              </a:r>
              <a:r>
                <a:rPr lang="es-ES" sz="2100" spc="-75" err="1">
                  <a:gradFill>
                    <a:gsLst>
                      <a:gs pos="0">
                        <a:srgbClr val="4472C4"/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Segoe UI"/>
                </a:rPr>
                <a:t>code</a:t>
              </a:r>
              <a:r>
                <a:rPr lang="es-ES" sz="2100" spc="-75">
                  <a:gradFill>
                    <a:gsLst>
                      <a:gs pos="0">
                        <a:srgbClr val="4472C4"/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Segoe UI"/>
                </a:rPr>
                <a:t>, and </a:t>
              </a:r>
              <a:r>
                <a:rPr lang="es-ES" sz="2100" spc="-75" err="1">
                  <a:gradFill>
                    <a:gsLst>
                      <a:gs pos="0">
                        <a:srgbClr val="4472C4"/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Segoe UI"/>
                </a:rPr>
                <a:t>code</a:t>
              </a:r>
              <a:r>
                <a:rPr lang="es-ES" sz="2100" spc="-75">
                  <a:gradFill>
                    <a:gsLst>
                      <a:gs pos="0">
                        <a:srgbClr val="4472C4"/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Segoe UI"/>
                </a:rPr>
                <a:t> </a:t>
              </a:r>
              <a:r>
                <a:rPr lang="es-ES" sz="2100" spc="-75" err="1">
                  <a:gradFill>
                    <a:gsLst>
                      <a:gs pos="0">
                        <a:srgbClr val="4472C4"/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Segoe UI"/>
                </a:rPr>
                <a:t>first</a:t>
              </a:r>
              <a:r>
                <a:rPr lang="es-ES" sz="2100" spc="-75">
                  <a:gradFill>
                    <a:gsLst>
                      <a:gs pos="0">
                        <a:srgbClr val="4472C4"/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2700000" scaled="1"/>
                  </a:gradFill>
                  <a:latin typeface="Segoe UI"/>
                </a:rPr>
                <a:t>—todos son bienvenidos</a:t>
              </a:r>
            </a:p>
          </p:txBody>
        </p:sp>
        <p:sp>
          <p:nvSpPr>
            <p:cNvPr id="29" name="Title 1">
              <a:extLst>
                <a:ext uri="{FF2B5EF4-FFF2-40B4-BE49-F238E27FC236}">
                  <a16:creationId xmlns:a16="http://schemas.microsoft.com/office/drawing/2014/main" id="{A9D36E60-F009-E74C-43B2-3992DDC95DDE}"/>
                </a:ext>
              </a:extLst>
            </p:cNvPr>
            <p:cNvSpPr txBox="1">
              <a:spLocks/>
            </p:cNvSpPr>
            <p:nvPr/>
          </p:nvSpPr>
          <p:spPr>
            <a:xfrm>
              <a:off x="4200961" y="1287940"/>
              <a:ext cx="3790080" cy="553998"/>
            </a:xfrm>
            <a:prstGeom prst="rect">
              <a:avLst/>
            </a:prstGeom>
            <a:noFill/>
          </p:spPr>
          <p:txBody>
            <a:bodyPr lIns="0" rIns="0"/>
            <a:lstStyle>
              <a:lvl1pPr algn="l" defTabSz="932742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lang="en-US" sz="3600" b="0" kern="1200" cap="none" spc="-50" baseline="0" dirty="0" smtClean="0">
                  <a:ln w="3175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n-ea"/>
                  <a:cs typeface="Segoe UI" pitchFamily="34" charset="0"/>
                </a:defRPr>
              </a:lvl1pPr>
            </a:lstStyle>
            <a:p>
              <a:pPr algn="ctr" defTabSz="1399113">
                <a:defRPr/>
              </a:pPr>
              <a:r>
                <a:rPr lang="es-ES" spc="-75">
                  <a:solidFill>
                    <a:prstClr val="black">
                      <a:lumMod val="75000"/>
                      <a:lumOff val="25000"/>
                    </a:prstClr>
                  </a:solidFill>
                  <a:latin typeface="Segoe UI Semibold"/>
                </a:rPr>
                <a:t>Microsoft Power Platform</a:t>
              </a:r>
            </a:p>
          </p:txBody>
        </p:sp>
      </p:grpSp>
      <p:sp>
        <p:nvSpPr>
          <p:cNvPr id="30" name="Rectangle 1231">
            <a:extLst>
              <a:ext uri="{FF2B5EF4-FFF2-40B4-BE49-F238E27FC236}">
                <a16:creationId xmlns:a16="http://schemas.microsoft.com/office/drawing/2014/main" id="{D1C2DC2D-465B-81F5-7E8C-F6884AEB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30583" y="4786925"/>
            <a:ext cx="3117146" cy="12772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1291877">
              <a:spcAft>
                <a:spcPts val="600"/>
              </a:spcAft>
              <a:defRPr/>
            </a:pPr>
            <a:r>
              <a:rPr lang="es-ES" sz="2400" err="1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Copilot</a:t>
            </a:r>
            <a:r>
              <a:rPr lang="es-ES" sz="2400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Studio</a:t>
            </a:r>
          </a:p>
          <a:p>
            <a:pPr defTabSz="1291877">
              <a:spcAft>
                <a:spcPts val="600"/>
              </a:spcAft>
              <a:defRPr/>
            </a:pPr>
            <a:r>
              <a:rPr lang="es-ES">
                <a:gradFill>
                  <a:gsLst>
                    <a:gs pos="0">
                      <a:srgbClr val="4472C4"/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2700000" scaled="1"/>
                </a:gradFill>
                <a:latin typeface="Segoe UI"/>
                <a:cs typeface="Segoe UI Semibold" panose="020B0702040204020203" pitchFamily="34" charset="0"/>
              </a:rPr>
              <a:t>Para </a:t>
            </a:r>
            <a:r>
              <a:rPr lang="es-ES" err="1">
                <a:gradFill>
                  <a:gsLst>
                    <a:gs pos="0">
                      <a:srgbClr val="4472C4"/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2700000" scaled="1"/>
                </a:gradFill>
                <a:latin typeface="Segoe UI"/>
                <a:cs typeface="Segoe UI Semibold" panose="020B0702040204020203" pitchFamily="34" charset="0"/>
              </a:rPr>
              <a:t>chatbots</a:t>
            </a:r>
            <a:r>
              <a:rPr lang="es-ES">
                <a:gradFill>
                  <a:gsLst>
                    <a:gs pos="0">
                      <a:srgbClr val="4472C4"/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2700000" scaled="1"/>
                </a:gradFill>
                <a:latin typeface="Segoe UI"/>
                <a:cs typeface="Segoe UI Semibold" panose="020B0702040204020203" pitchFamily="34" charset="0"/>
              </a:rPr>
              <a:t> y agentes conversacionales de bajo código</a:t>
            </a:r>
          </a:p>
        </p:txBody>
      </p:sp>
      <p:sp>
        <p:nvSpPr>
          <p:cNvPr id="31" name="Rectangle 1231">
            <a:extLst>
              <a:ext uri="{FF2B5EF4-FFF2-40B4-BE49-F238E27FC236}">
                <a16:creationId xmlns:a16="http://schemas.microsoft.com/office/drawing/2014/main" id="{BCB0B978-6786-2C72-0606-327850AA1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3780" y="4786925"/>
            <a:ext cx="3773280" cy="12772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1291877">
              <a:spcAft>
                <a:spcPts val="600"/>
              </a:spcAft>
              <a:defRPr/>
            </a:pPr>
            <a:r>
              <a:rPr lang="es-ES" sz="2400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Power Automate</a:t>
            </a:r>
          </a:p>
          <a:p>
            <a:pPr defTabSz="1291877">
              <a:spcAft>
                <a:spcPts val="600"/>
              </a:spcAft>
              <a:defRPr/>
            </a:pPr>
            <a:r>
              <a:rPr lang="es-ES">
                <a:gradFill>
                  <a:gsLst>
                    <a:gs pos="0">
                      <a:srgbClr val="4472C4"/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2700000" scaled="1"/>
                </a:gradFill>
                <a:latin typeface="Segoe UI"/>
                <a:cs typeface="Segoe UI Semibold" panose="020B0702040204020203" pitchFamily="34" charset="0"/>
              </a:rPr>
              <a:t>Para la automatización de procesos robóticos o la automatización de flujos de trabajo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6444522-AB50-3393-DC92-16829B9FB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50919" y="6317849"/>
            <a:ext cx="9765509" cy="0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1231">
            <a:extLst>
              <a:ext uri="{FF2B5EF4-FFF2-40B4-BE49-F238E27FC236}">
                <a16:creationId xmlns:a16="http://schemas.microsoft.com/office/drawing/2014/main" id="{B9906219-3907-427D-454F-5BF313896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83789" y="7934516"/>
            <a:ext cx="174822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1291877">
              <a:spcAft>
                <a:spcPts val="600"/>
              </a:spcAft>
              <a:defRPr/>
            </a:pPr>
            <a:r>
              <a:rPr lang="es-ES" sz="2400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Dataverse</a:t>
            </a:r>
          </a:p>
        </p:txBody>
      </p:sp>
      <p:sp>
        <p:nvSpPr>
          <p:cNvPr id="35" name="Rectangle 1231">
            <a:extLst>
              <a:ext uri="{FF2B5EF4-FFF2-40B4-BE49-F238E27FC236}">
                <a16:creationId xmlns:a16="http://schemas.microsoft.com/office/drawing/2014/main" id="{F0787D3B-DA79-272D-735F-66B7574E7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67637" y="7934516"/>
            <a:ext cx="174822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1291877">
              <a:spcAft>
                <a:spcPts val="600"/>
              </a:spcAft>
              <a:defRPr/>
            </a:pPr>
            <a:r>
              <a:rPr lang="es-ES" sz="2400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Power Pages</a:t>
            </a:r>
          </a:p>
        </p:txBody>
      </p:sp>
      <p:sp>
        <p:nvSpPr>
          <p:cNvPr id="37" name="Rectangle 1231">
            <a:extLst>
              <a:ext uri="{FF2B5EF4-FFF2-40B4-BE49-F238E27FC236}">
                <a16:creationId xmlns:a16="http://schemas.microsoft.com/office/drawing/2014/main" id="{536D3B34-AAD6-0B92-1B5A-D624B4FF8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51484" y="7934516"/>
            <a:ext cx="174822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1291877">
              <a:spcAft>
                <a:spcPts val="600"/>
              </a:spcAft>
              <a:defRPr/>
            </a:pPr>
            <a:r>
              <a:rPr lang="es-ES" sz="2400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AI Builder</a:t>
            </a:r>
          </a:p>
        </p:txBody>
      </p:sp>
      <p:sp>
        <p:nvSpPr>
          <p:cNvPr id="39" name="Rectangle 1231">
            <a:extLst>
              <a:ext uri="{FF2B5EF4-FFF2-40B4-BE49-F238E27FC236}">
                <a16:creationId xmlns:a16="http://schemas.microsoft.com/office/drawing/2014/main" id="{98824396-FE5E-D49E-3F94-0AAAF40AC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35332" y="7934516"/>
            <a:ext cx="174822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1291877">
              <a:spcAft>
                <a:spcPts val="600"/>
              </a:spcAft>
              <a:defRPr/>
            </a:pPr>
            <a:r>
              <a:rPr lang="es-ES" sz="2400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Power Fx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F1468A3-658F-8EDF-BCE5-1C7332D19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344323" y="6872555"/>
            <a:ext cx="794850" cy="794850"/>
          </a:xfrm>
          <a:custGeom>
            <a:avLst/>
            <a:gdLst>
              <a:gd name="connsiteX0" fmla="*/ 166 w 305578"/>
              <a:gd name="connsiteY0" fmla="*/ 192 h 315242"/>
              <a:gd name="connsiteX1" fmla="*/ 305744 w 305578"/>
              <a:gd name="connsiteY1" fmla="*/ 192 h 315242"/>
              <a:gd name="connsiteX2" fmla="*/ 305744 w 305578"/>
              <a:gd name="connsiteY2" fmla="*/ 315434 h 315242"/>
              <a:gd name="connsiteX3" fmla="*/ 166 w 305578"/>
              <a:gd name="connsiteY3" fmla="*/ 315434 h 315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578" h="315242">
                <a:moveTo>
                  <a:pt x="166" y="192"/>
                </a:moveTo>
                <a:lnTo>
                  <a:pt x="305744" y="192"/>
                </a:lnTo>
                <a:lnTo>
                  <a:pt x="305744" y="315434"/>
                </a:lnTo>
                <a:lnTo>
                  <a:pt x="166" y="315434"/>
                </a:lnTo>
                <a:close/>
              </a:path>
            </a:pathLst>
          </a:cu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A6C4908-31DB-5867-B1F5-18491D61B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760475" y="6872180"/>
            <a:ext cx="794850" cy="795600"/>
          </a:xfrm>
          <a:custGeom>
            <a:avLst/>
            <a:gdLst>
              <a:gd name="connsiteX0" fmla="*/ 166 w 305578"/>
              <a:gd name="connsiteY0" fmla="*/ 192 h 315242"/>
              <a:gd name="connsiteX1" fmla="*/ 305744 w 305578"/>
              <a:gd name="connsiteY1" fmla="*/ 192 h 315242"/>
              <a:gd name="connsiteX2" fmla="*/ 305744 w 305578"/>
              <a:gd name="connsiteY2" fmla="*/ 315434 h 315242"/>
              <a:gd name="connsiteX3" fmla="*/ 166 w 305578"/>
              <a:gd name="connsiteY3" fmla="*/ 315434 h 315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578" h="315242">
                <a:moveTo>
                  <a:pt x="166" y="192"/>
                </a:moveTo>
                <a:lnTo>
                  <a:pt x="305744" y="192"/>
                </a:lnTo>
                <a:lnTo>
                  <a:pt x="305744" y="315434"/>
                </a:lnTo>
                <a:lnTo>
                  <a:pt x="166" y="315434"/>
                </a:lnTo>
                <a:close/>
              </a:path>
            </a:pathLst>
          </a:custGeom>
        </p:spPr>
      </p:pic>
      <p:pic>
        <p:nvPicPr>
          <p:cNvPr id="43" name="Picture 36">
            <a:extLst>
              <a:ext uri="{FF2B5EF4-FFF2-40B4-BE49-F238E27FC236}">
                <a16:creationId xmlns:a16="http://schemas.microsoft.com/office/drawing/2014/main" id="{C084CBD4-532A-A054-F088-7428000FF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2585470" y="6946005"/>
            <a:ext cx="647949" cy="647949"/>
          </a:xfrm>
          <a:custGeom>
            <a:avLst/>
            <a:gdLst>
              <a:gd name="connsiteX0" fmla="*/ 381 w 305577"/>
              <a:gd name="connsiteY0" fmla="*/ 195 h 295539"/>
              <a:gd name="connsiteX1" fmla="*/ 305958 w 305577"/>
              <a:gd name="connsiteY1" fmla="*/ 195 h 295539"/>
              <a:gd name="connsiteX2" fmla="*/ 305958 w 305577"/>
              <a:gd name="connsiteY2" fmla="*/ 295735 h 295539"/>
              <a:gd name="connsiteX3" fmla="*/ 381 w 305577"/>
              <a:gd name="connsiteY3" fmla="*/ 295735 h 29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577" h="295539">
                <a:moveTo>
                  <a:pt x="381" y="195"/>
                </a:moveTo>
                <a:lnTo>
                  <a:pt x="305958" y="195"/>
                </a:lnTo>
                <a:lnTo>
                  <a:pt x="305958" y="295735"/>
                </a:lnTo>
                <a:lnTo>
                  <a:pt x="381" y="295735"/>
                </a:lnTo>
                <a:close/>
              </a:path>
            </a:pathLst>
          </a:custGeom>
        </p:spPr>
      </p:pic>
      <p:pic>
        <p:nvPicPr>
          <p:cNvPr id="44" name="Picture 1">
            <a:extLst>
              <a:ext uri="{FF2B5EF4-FFF2-40B4-BE49-F238E27FC236}">
                <a16:creationId xmlns:a16="http://schemas.microsoft.com/office/drawing/2014/main" id="{AA188CF6-DBBC-B231-8D95-2D3DD4147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9928170" y="6872180"/>
            <a:ext cx="794850" cy="794850"/>
          </a:xfrm>
          <a:custGeom>
            <a:avLst/>
            <a:gdLst>
              <a:gd name="connsiteX0" fmla="*/ 166 w 305578"/>
              <a:gd name="connsiteY0" fmla="*/ 192 h 315242"/>
              <a:gd name="connsiteX1" fmla="*/ 305744 w 305578"/>
              <a:gd name="connsiteY1" fmla="*/ 192 h 315242"/>
              <a:gd name="connsiteX2" fmla="*/ 305744 w 305578"/>
              <a:gd name="connsiteY2" fmla="*/ 315434 h 315242"/>
              <a:gd name="connsiteX3" fmla="*/ 166 w 305578"/>
              <a:gd name="connsiteY3" fmla="*/ 315434 h 315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578" h="315242">
                <a:moveTo>
                  <a:pt x="166" y="192"/>
                </a:moveTo>
                <a:lnTo>
                  <a:pt x="305744" y="192"/>
                </a:lnTo>
                <a:lnTo>
                  <a:pt x="305744" y="315434"/>
                </a:lnTo>
                <a:lnTo>
                  <a:pt x="166" y="31543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50347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2.22222E-6 L 0 -0.05278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63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16667E-7 2.22222E-6 L -4.16667E-7 0.03472 " pathEditMode="relative" rAng="0" ptsTypes="AA">
                                      <p:cBhvr>
                                        <p:cTn id="14" dur="75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16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mph" presetSubtype="0" accel="50000" decel="5000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21" dur="300" fill="hold"/>
                                        <p:tgtEl>
                                          <p:spTgt spid="21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2761 -7.40741E-7 L -4.375E-6 -7.40741E-7 " pathEditMode="relative" rAng="0" ptsTypes="AA">
                                      <p:cBhvr>
                                        <p:cTn id="2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53" presetClass="entr" presetSubtype="16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mph" presetSubtype="0" accel="50000" decel="50000" autoRev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33" dur="300" fill="hold"/>
                                        <p:tgtEl>
                                          <p:spTgt spid="22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path" presetSubtype="0" decel="10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2761 -7.40741E-7 L -4.16667E-6 -7.40741E-7 " pathEditMode="relative" rAng="0" ptsTypes="AA">
                                      <p:cBhvr>
                                        <p:cTn id="3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53" presetClass="entr" presetSubtype="16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mph" presetSubtype="0" accel="50000" decel="5000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45" dur="300" fill="hold"/>
                                        <p:tgtEl>
                                          <p:spTgt spid="23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path" presetSubtype="0" decel="10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2761 -4.81481E-6 L -4.375E-6 -4.81481E-6 " pathEditMode="relative" rAng="0" ptsTypes="AA">
                                      <p:cBhvr>
                                        <p:cTn id="50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53" presetClass="entr" presetSubtype="16" accel="50000" decel="5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mph" presetSubtype="0" accel="50000" decel="5000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57" dur="300" fill="hold"/>
                                        <p:tgtEl>
                                          <p:spTgt spid="24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path" presetSubtype="0" decel="10000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0.02761 -4.81481E-6 L -2.5E-6 -4.81481E-6 " pathEditMode="relative" rAng="0" ptsTypes="AA">
                                      <p:cBhvr>
                                        <p:cTn id="62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6" presetClass="entr" presetSubtype="37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" presetClass="emph" presetSubtype="0" accel="50000" decel="5000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72" dur="300" fill="hold"/>
                                        <p:tgtEl>
                                          <p:spTgt spid="42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2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1.25E-6 -3.7037E-7 L -1.25E-6 -0.05278 " pathEditMode="relative" rAng="0" ptsTypes="AA">
                                      <p:cBhvr>
                                        <p:cTn id="77" dur="75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639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53" presetClass="entr" presetSubtype="16" accel="50000" decel="5000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" presetClass="emph" presetSubtype="0" accel="50000" decel="5000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84" dur="300" fill="hold"/>
                                        <p:tgtEl>
                                          <p:spTgt spid="41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2.70833E-6 -3.7037E-7 L 2.70833E-6 -0.05278 " pathEditMode="relative" rAng="0" ptsTypes="AA">
                                      <p:cBhvr>
                                        <p:cTn id="89" dur="750" spd="-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63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53" presetClass="entr" presetSubtype="16" accel="50000" decel="5000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6" presetClass="emph" presetSubtype="0" accel="50000" decel="5000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96" dur="300" fill="hold"/>
                                        <p:tgtEl>
                                          <p:spTgt spid="44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42" presetClass="path" presetSubtype="0" decel="100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3.33333E-6 -3.7037E-7 L -3.33333E-6 -0.05278 " pathEditMode="relative" rAng="0" ptsTypes="AA">
                                      <p:cBhvr>
                                        <p:cTn id="101" dur="75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639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53" presetClass="entr" presetSubtype="16" accel="50000" decel="5000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6" presetClass="emph" presetSubtype="0" accel="50000" decel="5000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108" dur="300" fill="hold"/>
                                        <p:tgtEl>
                                          <p:spTgt spid="43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42" presetClass="path" presetSubtype="0" decel="100000" fill="hold" grpId="1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6.25E-7 -3.7037E-7 L 6.25E-7 -0.05278 " pathEditMode="relative" rAng="0" ptsTypes="AA">
                                      <p:cBhvr>
                                        <p:cTn id="113" dur="75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6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5" grpId="0"/>
      <p:bldP spid="25" grpId="1"/>
      <p:bldP spid="26" grpId="0"/>
      <p:bldP spid="26" grpId="1"/>
      <p:bldP spid="30" grpId="0"/>
      <p:bldP spid="30" grpId="1"/>
      <p:bldP spid="31" grpId="0"/>
      <p:bldP spid="31" grpId="1"/>
      <p:bldP spid="33" grpId="0"/>
      <p:bldP spid="33" grpId="1"/>
      <p:bldP spid="35" grpId="0"/>
      <p:bldP spid="35" grpId="1"/>
      <p:bldP spid="37" grpId="0"/>
      <p:bldP spid="37" grpId="1"/>
      <p:bldP spid="39" grpId="0"/>
      <p:bldP spid="39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9709E-90FF-2541-306F-3B17BF9AE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7901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2622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322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 Netcoreconf BCN '25</Template>
  <Application>Microsoft Office PowerPoint</Application>
  <PresentationFormat>Personalizado</PresentationFormat>
  <Slides>10</Slides>
  <Notes>3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netcoreconf</dc:title>
  <cp:revision>2</cp:revision>
  <dcterms:created xsi:type="dcterms:W3CDTF">2006-08-16T00:00:00Z</dcterms:created>
  <dcterms:modified xsi:type="dcterms:W3CDTF">2025-04-10T11:58:08Z</dcterms:modified>
  <dc:identifier>DAGiJ5hiSQE</dc:identifier>
</cp:coreProperties>
</file>